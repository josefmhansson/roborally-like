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75"/>
    <a:srgbClr val="FF8F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>
        <p:scale>
          <a:sx n="87" d="100"/>
          <a:sy n="87" d="100"/>
        </p:scale>
        <p:origin x="-32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CC86-191A-0078-E4F3-EECC9712C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CE29A-2291-6634-95A4-820E18AB6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22B3A-E3DA-64A7-AAE7-3F2AAD8C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B4B51-1A0C-8C1F-918C-B8642A8A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FBFAB-B84D-D5DA-6EC9-BA37315F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68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C08B-D4D8-2B21-3B70-4861F9E8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464A-C181-A11E-028D-C9400DEA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3BCF7-B80F-5B92-3AAD-F4A04713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F9FD5-36D4-8A19-9B99-85FC9ACA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A0012-EF54-4414-E69A-29F46B70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0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1282-0299-2836-DE05-F13240409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9D146-20F7-59B5-A0E6-06C77A022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4A2BC-3B35-9B06-D291-DCFCA91C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1689E-B6D1-7EBA-BBD3-849B1015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EAF78-2D03-F14C-CD41-2E47D534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91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2048-BA7B-82ED-3272-B5559310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3606-609E-D60A-6EF8-77FA7CBE9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8EA4D-AF81-D455-2E1F-34A019721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43621-6DDA-49D7-963D-92E626C2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E7A22-B194-3F31-FA1D-1DF82DD5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6892D-C614-5FCF-98FD-B69E14F0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23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28C6-2042-9F0B-E624-B4499AF7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C6162-03F2-DC13-50D0-EBBE02C8E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AEDB3-6EF4-45CB-E757-7E505DDF0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BBCDD-68F8-5ADC-C057-6E827D06C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F1631-9229-8EB2-C760-1EEFFA392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97EDA-7B61-4F1A-77D5-BCDA0764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38C1A-1EF9-E10F-8BA5-509ABB8CA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C08FC-BB0D-7640-56E6-2DDA2ED0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50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BCD9-7494-8638-59D9-B52A80D8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ED377-C768-53D8-1F58-F1A5C0D2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55EBD-DBB2-D35C-E438-929284B6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7A524-46B2-D009-B64B-331EC53F6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13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8D1B3-1D16-660B-2815-CD872445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44DEE-748D-1FEC-C01D-D4B694A7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39984-392F-11C5-954A-7266B80F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36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48A41-295D-A4E4-BD1E-0B72CCFA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F47F2-4304-4C55-CFCC-054197F75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89752-5DA5-4524-A014-6D5CFDB2D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74912-5843-730F-FB14-6F1B0A7C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F10D2-49A3-F10C-0B10-5AFFEDB8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F811A-A8AF-AF1D-D511-F9A05969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81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AA7-C517-C03D-05FB-C8A54EDD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7012B-2530-A13E-BDBF-4315B9EF5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C6977-0ACA-1965-8D33-E43692788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286C8-7CD4-0974-0E6E-6BE73FE1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78BC3-31AC-5915-65D5-10375CDD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F928B-F9E6-86FB-CEB1-4DB1E708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4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985F-F06E-09EB-CF0C-6A1370A0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10F5F-9742-219F-F334-DB8276FBD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054F0-3F5F-2239-3D6E-4BE74569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0F1C0-2C38-D481-6354-D9C56AA9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4D725-A868-F58F-D0F5-1059F662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75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ACA2B-2A59-EBEC-331E-D119666AD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52C6F-EC25-631E-4DA1-0746B51A2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C59CF-8641-6974-CA4B-9F81EB7E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08035-CB1D-3387-F9C2-19F07473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FA8C1-39F7-49DF-9C47-7D373581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6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278D4-E2E3-9283-3AAA-1DE01658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4228B-0761-2D12-D053-69028A061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AFA14-9106-7632-E35B-12E9D4E65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7CF9F-8065-4EF5-9FE1-108C6DAFAF4C}" type="datetimeFigureOut">
              <a:rPr lang="en-GB" smtClean="0"/>
              <a:t>2026-01-28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2C89C-AD4F-7A90-D128-E2B2EF06F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2E5C1-6EB5-0B59-1771-718377E99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45AAF-9FEC-41BB-9E96-CC873CD5F1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18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8021-B53D-D4CC-4D31-AB5860943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Untitled board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335E7-C654-C64B-1CED-6F0F77D4C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435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E986-FCBB-0483-3979-328B772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35FAC-C8EE-1583-08BF-255EE99B4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1v1, </a:t>
            </a:r>
            <a:r>
              <a:rPr lang="en-GB" dirty="0" err="1"/>
              <a:t>turnbased</a:t>
            </a:r>
            <a:r>
              <a:rPr lang="en-GB" dirty="0"/>
              <a:t> (simultaneous turns), hexagonal board</a:t>
            </a:r>
          </a:p>
          <a:p>
            <a:r>
              <a:rPr lang="en-GB" dirty="0"/>
              <a:t>Battlefield, each player controls several units</a:t>
            </a:r>
          </a:p>
          <a:p>
            <a:r>
              <a:rPr lang="en-GB" dirty="0"/>
              <a:t>Card deck based: orders as a deck of cards</a:t>
            </a:r>
          </a:p>
        </p:txBody>
      </p:sp>
    </p:spTree>
    <p:extLst>
      <p:ext uri="{BB962C8B-B14F-4D97-AF65-F5344CB8AC3E}">
        <p14:creationId xmlns:p14="http://schemas.microsoft.com/office/powerpoint/2010/main" val="330276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05ECF-4CD5-B851-423D-5AE71014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Board: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5B7F-B910-9E9D-B1BA-5D4FD16F5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26372" cy="4351338"/>
          </a:xfrm>
        </p:spPr>
        <p:txBody>
          <a:bodyPr/>
          <a:lstStyle/>
          <a:p>
            <a:r>
              <a:rPr lang="en-GB" dirty="0"/>
              <a:t>6x6 hex grid</a:t>
            </a:r>
          </a:p>
          <a:p>
            <a:r>
              <a:rPr lang="en-GB" dirty="0"/>
              <a:t>Per team:</a:t>
            </a:r>
          </a:p>
          <a:p>
            <a:pPr lvl="1"/>
            <a:r>
              <a:rPr lang="en-GB" dirty="0"/>
              <a:t>One stronghold (black)</a:t>
            </a:r>
          </a:p>
          <a:p>
            <a:pPr lvl="1"/>
            <a:r>
              <a:rPr lang="en-GB" dirty="0"/>
              <a:t>4 spawning tiles (red/blue)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A5C415B-D04E-9D93-ADCF-0208EB460B65}"/>
              </a:ext>
            </a:extLst>
          </p:cNvPr>
          <p:cNvGrpSpPr/>
          <p:nvPr/>
        </p:nvGrpSpPr>
        <p:grpSpPr>
          <a:xfrm rot="19761811">
            <a:off x="5184995" y="1610078"/>
            <a:ext cx="5228277" cy="4445938"/>
            <a:chOff x="4659833" y="1239376"/>
            <a:chExt cx="5228277" cy="4445938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4D176F88-29D8-0AA0-5DEF-E1F4D9FFD835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55248875-5710-04AD-0103-8D3691E99AEF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533C6CB0-E554-5EFC-ABD2-52F8985E75D7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5D5A006C-3BCD-2D7F-5D57-78219F1EE2E4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52A8B365-A3F6-5D4D-945D-E35B85564811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865FD4D0-9E45-ACCE-56BD-AC71D244A05C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B20ECDCB-B257-1463-1B07-36FB1081E68B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55391133-4721-27E7-3C49-40470449A171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E1915C28-AF3E-6D42-5DA8-AE18A33808CC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26FFF998-5983-44DF-F430-80BFF00873BD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2F46D148-7E98-0ABC-9F50-359B789FEDFD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83AEBC9B-8162-A8CB-FCE6-2949B77C9A8D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AB28CC2A-DAF8-2F90-49A9-692DEE19415C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431B2747-21FB-CB0A-8B61-8D83C46E72FC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F87880E1-08AD-0104-6FD6-23A21EB12222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44718023-66AD-88B2-AAC5-D839FE535AD9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9C988878-65B3-E3C2-A8DC-13A78BB1926E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1859BC2E-02AB-8EA4-788B-1979FF7AD861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A176464A-8F43-2651-E7DE-4A01277CF29C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5425418B-3FD1-4C1C-61D2-5F12E9595476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952CF155-36A5-7585-F669-0205AEE25C18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7FD1EC24-7E09-0C11-B581-C53EB2B56A14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A5556161-B21D-BD6B-28B0-373F8233447D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B2999880-3C80-C1B7-2640-D82AEC5E1200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2EB2DD6E-1E3C-D6BE-FBAE-7BAC7D15BC36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EC8BC370-A19C-4C85-8A0E-7A74EE3B3597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53B43997-0B1B-D529-30B2-100DA6D7CDA3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C5B6F488-6C04-948E-2D49-9C457A24930E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6B798AB7-0AA5-E308-F8A4-7928339570AE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6F12E3A2-76F8-4F5F-0C98-9781DD6A2202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24E73CE5-25E2-2B29-63CB-713E4C21A740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36BB7DA2-DA66-8CDF-4E03-A2571B4AAE28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530E7FC9-8D13-9E09-7E70-E8398EEA970B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AEE3F20E-6ECD-A943-E32F-A0241F560D2C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283A380A-BE8B-F7CC-279D-76A75E80379F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51E16F2B-718B-3C55-1D2D-EB0B68A28674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3335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492D-18BA-E98F-52F0-E0CCAFD2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A040-4FFB-5994-BD0B-391E47B0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1B86-A7D9-1A3D-3C8C-EA48C5233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585"/>
            <a:ext cx="3426372" cy="4351338"/>
          </a:xfrm>
        </p:spPr>
        <p:txBody>
          <a:bodyPr/>
          <a:lstStyle/>
          <a:p>
            <a:r>
              <a:rPr lang="en-GB" dirty="0"/>
              <a:t>Units have:</a:t>
            </a:r>
          </a:p>
          <a:p>
            <a:pPr lvl="1"/>
            <a:r>
              <a:rPr lang="en-GB" dirty="0"/>
              <a:t>Strength/HP</a:t>
            </a:r>
          </a:p>
          <a:p>
            <a:pPr lvl="1"/>
            <a:r>
              <a:rPr lang="en-GB" dirty="0"/>
              <a:t>Position (tile)</a:t>
            </a:r>
          </a:p>
          <a:p>
            <a:pPr lvl="1"/>
            <a:r>
              <a:rPr lang="en-GB" dirty="0"/>
              <a:t>Direction</a:t>
            </a:r>
          </a:p>
          <a:p>
            <a:pPr lvl="2"/>
            <a:r>
              <a:rPr lang="en-GB" dirty="0"/>
              <a:t>Facing one of the six cardinal directions</a:t>
            </a:r>
          </a:p>
          <a:p>
            <a:pPr lvl="2"/>
            <a:r>
              <a:rPr lang="en-GB" dirty="0"/>
              <a:t>Relative to self clockwise: forward, right, back right, backward, back left, left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6E1A878-7FED-55E0-844F-D9103B37BB60}"/>
              </a:ext>
            </a:extLst>
          </p:cNvPr>
          <p:cNvGrpSpPr/>
          <p:nvPr/>
        </p:nvGrpSpPr>
        <p:grpSpPr>
          <a:xfrm rot="19761811">
            <a:off x="5184995" y="1610078"/>
            <a:ext cx="5228277" cy="4445938"/>
            <a:chOff x="4659833" y="1239376"/>
            <a:chExt cx="5228277" cy="4445938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78FB6983-8A42-4C6D-23F5-49C0F8740DD8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BA126E38-1F21-9C8F-94DF-735D190E2E9C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91C39681-5BC3-B0C2-D000-15CCD7904E3A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33150C17-8E06-392D-4348-8BAD6EE108F2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58225FF0-C792-A4DA-BE2C-48E5B7B99354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0583FCEF-BE29-E9FD-54D6-F422948581DB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CDD45F3C-778B-E76A-70FC-8282C6EEA794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6A1289C4-8C4B-AC18-C568-B6CE544CEA14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D985583-E453-BB8F-FDFF-DF0D740D302E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F75BA711-7B2A-3AFE-49AC-243E3A11FBD3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9CA62EA8-1868-374C-5893-749E91B3BD58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8B92F581-0C57-2B29-5940-2C1DF04D10ED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41C93BA4-CB3A-FAC3-82A7-9D4E0CAA8B70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63CB5197-A801-7DA4-84C0-A6A13E920E05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D1FA5E13-61D1-7A59-2A33-61DB9C67E7B3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AE93CF6D-A5D9-ADE8-23C6-6046C97DA6B7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DA4782E7-90B3-1647-F8DC-3CC6457825EE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7AB86556-F464-A4C7-F022-23D74E6204A3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75689664-EA25-0C4F-9726-CB642B603D0E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8148FF87-BC0F-A81C-2266-9DC5673B3773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7880EDB6-4A46-4FB5-56CB-7A3D1D8C92CC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23B5F2B0-BE16-E500-53FA-38BB97126543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5C8C32F1-00B7-7B8F-E9D1-26706459C029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B83F3892-3F89-4E48-CFC4-EFE17CDC6D8B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5E0A1F43-99F2-1FE9-EFBD-5CF68A701362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06A1065C-30D2-C2EB-BC4E-1F6B5BAAC883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AB7AFC69-31FF-7DBA-90E4-0773FB842CC7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7A7EFF03-37FF-79F3-F74A-D48CEB354827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C0B42BF8-ED54-24DF-92DC-0A26779AA908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F36CFD93-38F9-88B4-F55B-2BE3451D5745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43188353-4DAC-47E7-7373-D541EFB7285A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8E7EC018-BFB3-3330-11CC-36935EEA4643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F64B1097-454A-0260-35E0-13E13C272BE6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B3125BE7-32E9-35DC-78DB-1E644D6F5E08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2E722329-39AC-E3AD-8639-AD89F7A2995D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2EB28F8E-33B9-E0E6-38E4-FEEC5BAE1DD4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6657E3B-8C4B-4EFE-03C5-8206E8C8A62F}"/>
              </a:ext>
            </a:extLst>
          </p:cNvPr>
          <p:cNvSpPr/>
          <p:nvPr/>
        </p:nvSpPr>
        <p:spPr>
          <a:xfrm rot="18089534">
            <a:off x="6354387" y="3838932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EE6691-47DA-84BE-579C-4F87FEDC9B66}"/>
              </a:ext>
            </a:extLst>
          </p:cNvPr>
          <p:cNvSpPr txBox="1"/>
          <p:nvPr/>
        </p:nvSpPr>
        <p:spPr>
          <a:xfrm>
            <a:off x="6495656" y="39575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80239F0-DD44-2FD4-2FF5-ABFF936F74F0}"/>
              </a:ext>
            </a:extLst>
          </p:cNvPr>
          <p:cNvSpPr/>
          <p:nvPr/>
        </p:nvSpPr>
        <p:spPr>
          <a:xfrm rot="14225218">
            <a:off x="7621364" y="3828675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154C5-98DE-9883-5757-67D2E7A145A9}"/>
              </a:ext>
            </a:extLst>
          </p:cNvPr>
          <p:cNvSpPr txBox="1"/>
          <p:nvPr/>
        </p:nvSpPr>
        <p:spPr>
          <a:xfrm>
            <a:off x="7816257" y="39533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177C809-0034-A95A-CF31-98ABA01F9AB6}"/>
              </a:ext>
            </a:extLst>
          </p:cNvPr>
          <p:cNvSpPr/>
          <p:nvPr/>
        </p:nvSpPr>
        <p:spPr>
          <a:xfrm rot="3616328">
            <a:off x="7644266" y="2753767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78AD51-5126-D006-33AF-725B75E0CCDF}"/>
              </a:ext>
            </a:extLst>
          </p:cNvPr>
          <p:cNvSpPr txBox="1"/>
          <p:nvPr/>
        </p:nvSpPr>
        <p:spPr>
          <a:xfrm>
            <a:off x="7744758" y="27597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59C60C0-5BC7-350C-D5DB-E1083B2D9847}"/>
              </a:ext>
            </a:extLst>
          </p:cNvPr>
          <p:cNvSpPr/>
          <p:nvPr/>
        </p:nvSpPr>
        <p:spPr>
          <a:xfrm rot="3616328">
            <a:off x="6670905" y="332185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7BBB37-7897-80A1-A673-CBE704B79E76}"/>
              </a:ext>
            </a:extLst>
          </p:cNvPr>
          <p:cNvSpPr txBox="1"/>
          <p:nvPr/>
        </p:nvSpPr>
        <p:spPr>
          <a:xfrm>
            <a:off x="6783053" y="333492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AF4A13-01BB-179D-F791-27E51B126C2B}"/>
              </a:ext>
            </a:extLst>
          </p:cNvPr>
          <p:cNvSpPr txBox="1"/>
          <p:nvPr/>
        </p:nvSpPr>
        <p:spPr>
          <a:xfrm>
            <a:off x="7482173" y="22699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DCF4CA-8815-A557-3EDF-91766743F5A8}"/>
              </a:ext>
            </a:extLst>
          </p:cNvPr>
          <p:cNvSpPr txBox="1"/>
          <p:nvPr/>
        </p:nvSpPr>
        <p:spPr>
          <a:xfrm>
            <a:off x="7804055" y="50376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62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56B6F-53A1-CD85-7F18-B6B07A06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9E01-48A3-935A-8AA7-E280A5E93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Card types:</a:t>
            </a:r>
          </a:p>
          <a:p>
            <a:pPr lvl="1"/>
            <a:r>
              <a:rPr lang="en-GB" dirty="0"/>
              <a:t>Reinforcements (spawns units)</a:t>
            </a:r>
          </a:p>
          <a:p>
            <a:pPr lvl="1"/>
            <a:r>
              <a:rPr lang="en-GB" dirty="0"/>
              <a:t>Movement (moves and directs units)</a:t>
            </a:r>
          </a:p>
          <a:p>
            <a:pPr lvl="2"/>
            <a:r>
              <a:rPr lang="en-GB" dirty="0"/>
              <a:t>If unit or obstacle in the way, movement stops</a:t>
            </a:r>
          </a:p>
          <a:p>
            <a:pPr lvl="1"/>
            <a:r>
              <a:rPr lang="en-GB" dirty="0"/>
              <a:t>Attacks</a:t>
            </a:r>
          </a:p>
          <a:p>
            <a:r>
              <a:rPr lang="en-GB" dirty="0"/>
              <a:t>Deck consists of 20 cards</a:t>
            </a:r>
          </a:p>
          <a:p>
            <a:r>
              <a:rPr lang="en-GB" dirty="0"/>
              <a:t>Example cards of each type shown (but should have a lot more variety)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D3F73-5F10-CA3D-0221-EA2D1126E640}"/>
              </a:ext>
            </a:extLst>
          </p:cNvPr>
          <p:cNvSpPr/>
          <p:nvPr/>
        </p:nvSpPr>
        <p:spPr>
          <a:xfrm>
            <a:off x="6096000" y="365125"/>
            <a:ext cx="1353065" cy="19090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53A08-E9EA-2D7F-F98A-0BF91A03890C}"/>
              </a:ext>
            </a:extLst>
          </p:cNvPr>
          <p:cNvSpPr/>
          <p:nvPr/>
        </p:nvSpPr>
        <p:spPr>
          <a:xfrm>
            <a:off x="7681209" y="365125"/>
            <a:ext cx="1353065" cy="19090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Add 1 strength to an existing unit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F962D-75A5-9AE8-DB5E-AB861B572421}"/>
              </a:ext>
            </a:extLst>
          </p:cNvPr>
          <p:cNvSpPr/>
          <p:nvPr/>
        </p:nvSpPr>
        <p:spPr>
          <a:xfrm>
            <a:off x="9266420" y="365125"/>
            <a:ext cx="1353065" cy="19090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25F892-0246-7545-CDCD-61ACA6900A5C}"/>
              </a:ext>
            </a:extLst>
          </p:cNvPr>
          <p:cNvSpPr/>
          <p:nvPr/>
        </p:nvSpPr>
        <p:spPr>
          <a:xfrm>
            <a:off x="6095999" y="2474497"/>
            <a:ext cx="1353065" cy="19090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Move 2 or 3 steps in any direction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C9E58B-ADE9-55E1-45E8-A56C96649F0F}"/>
              </a:ext>
            </a:extLst>
          </p:cNvPr>
          <p:cNvSpPr/>
          <p:nvPr/>
        </p:nvSpPr>
        <p:spPr>
          <a:xfrm>
            <a:off x="7681209" y="2474497"/>
            <a:ext cx="1353065" cy="19090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7A1784-ECAF-7FB3-D281-EE3E5627ABE4}"/>
              </a:ext>
            </a:extLst>
          </p:cNvPr>
          <p:cNvSpPr/>
          <p:nvPr/>
        </p:nvSpPr>
        <p:spPr>
          <a:xfrm>
            <a:off x="9266420" y="2474497"/>
            <a:ext cx="1353065" cy="19090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Move 1 step forward, then face any direction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FCA350-9CE9-28D4-B65C-83C53232C28A}"/>
              </a:ext>
            </a:extLst>
          </p:cNvPr>
          <p:cNvSpPr/>
          <p:nvPr/>
        </p:nvSpPr>
        <p:spPr>
          <a:xfrm>
            <a:off x="6095999" y="4583869"/>
            <a:ext cx="1353065" cy="1909006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Deal 1 damage to every tile in the forward direction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2CB6CF-06B3-8332-0F52-0C7D8F1454DA}"/>
              </a:ext>
            </a:extLst>
          </p:cNvPr>
          <p:cNvSpPr/>
          <p:nvPr/>
        </p:nvSpPr>
        <p:spPr>
          <a:xfrm>
            <a:off x="7681209" y="4583869"/>
            <a:ext cx="1353065" cy="1909006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C5015-6E0A-EB4C-54DE-CAE5E14D0B5D}"/>
              </a:ext>
            </a:extLst>
          </p:cNvPr>
          <p:cNvSpPr/>
          <p:nvPr/>
        </p:nvSpPr>
        <p:spPr>
          <a:xfrm>
            <a:off x="9266420" y="4583869"/>
            <a:ext cx="1353065" cy="1909006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4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1400" dirty="0">
              <a:solidFill>
                <a:sysClr val="windowText" lastClr="000000"/>
              </a:solidFill>
            </a:endParaRPr>
          </a:p>
          <a:p>
            <a:r>
              <a:rPr lang="en-GB" sz="14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</p:spTree>
    <p:extLst>
      <p:ext uri="{BB962C8B-B14F-4D97-AF65-F5344CB8AC3E}">
        <p14:creationId xmlns:p14="http://schemas.microsoft.com/office/powerpoint/2010/main" val="189049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6A7F-10C7-07AB-B6EF-90F0C098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0EBFE-6F50-3115-1F92-7735E5F42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Draw: each player draws 5 new cards, switch active player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if less than 5 cards in deck, draw as many as possible, reshuffle discard pile and then draw the rest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Orders: each player secretly chooses 3 cards to play, which units they should apply to, and any optional variables, as well as the order the cards should be played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Action: All orders are revealed. Follow through active player’s first order, other player’s first order, active players second order and so on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648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5ADC-CAF5-5E7A-6309-7687A222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" y="299615"/>
            <a:ext cx="2446324" cy="1325563"/>
          </a:xfrm>
        </p:spPr>
        <p:txBody>
          <a:bodyPr/>
          <a:lstStyle/>
          <a:p>
            <a:r>
              <a:rPr lang="en-GB" dirty="0"/>
              <a:t>Example turn: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708806-CE9C-14D4-F1F7-5E361100AA1D}"/>
              </a:ext>
            </a:extLst>
          </p:cNvPr>
          <p:cNvGrpSpPr/>
          <p:nvPr/>
        </p:nvGrpSpPr>
        <p:grpSpPr>
          <a:xfrm rot="19761811">
            <a:off x="1893682" y="1386976"/>
            <a:ext cx="5228277" cy="4445938"/>
            <a:chOff x="4659833" y="1239376"/>
            <a:chExt cx="5228277" cy="4445938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3BE02F9B-981D-2E6B-0988-0516733FEFC3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94E4AF47-590A-4DA2-3185-D2649A659204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D2ADAE44-3CAE-1023-3A2E-C9F698DC3FC2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F376A375-78FA-7C9F-5D98-F67B8B547941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63BEDB34-86E9-CED4-3504-AE73CEA1EBFF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5778FE49-BF54-96BD-321B-449959E40161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607149A7-5152-00E9-9FAE-E491162FBDC1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D1AEC848-AAF2-A305-0976-4091FC124E6B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193B33D1-0BE9-135F-C368-FBFFAAEE2696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CD601633-73D4-E785-2085-053173FD89D5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4E31AD7C-BE22-8A6F-F923-713090AAB9C1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5C7F4CB4-CBC3-81B4-E37E-C97EAF3E7112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0BAB596E-47DE-7DB4-8AAB-3132C8D70D0E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1A0E2F1C-D5B1-C949-C5FA-54EC72109302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9EF371E9-C1A8-6449-89B9-DBBD1E1DA04A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3C5CB88E-14EE-AAE3-8835-1E90E0BB0F0D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942D5B2A-0039-AC74-A000-08AB2471FB37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3C458B8C-B227-B46C-617D-68E51C4A09CF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A617E2B1-CEF3-0291-B9B6-A9C637C538DB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01FC43EE-533E-21D0-6EC9-55E7F9024DC5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9784FF67-E8AA-B4EF-15EB-B9B973E2CC82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F788629A-EA7C-09BD-2814-CFB2019729DB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FC1EC92D-0361-9865-CEF2-0FA89B7D79B2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48765969-F7BD-FF6F-A973-8D9BCD95C3BD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EF710B64-677B-6302-85ED-8D69CCAEDB03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A2B45836-F3A1-15B0-FB47-AB3D2195EFAF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DCDC924B-8DEF-2EDD-293C-B10C07418156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04E4BD6F-51EE-9BB9-7312-F18CE4A472C4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835C4FBF-4BE6-3EE6-7B0C-EEC438CCEB63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D79F8BA6-C80D-3DCC-56EE-2990B5C34539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EF50B25B-78D4-668F-EBF9-F604F93ED5C5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5906E3D0-7E60-529A-4A31-C9AFA89CD830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FA335A73-A75F-AE0D-4488-715233DBA858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143A93F6-1DD4-05D8-5294-1275C5C2908B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BFFF64AB-3280-3998-B19D-2BEEB3584EC8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EFD8CC1A-0641-F263-F10B-8B0F22573021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6FDC864D-9854-91D2-8E09-347D686F9A9B}"/>
              </a:ext>
            </a:extLst>
          </p:cNvPr>
          <p:cNvSpPr/>
          <p:nvPr/>
        </p:nvSpPr>
        <p:spPr>
          <a:xfrm rot="18089534">
            <a:off x="3063074" y="361583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CBE6EA-69E3-4DDC-7810-A51D67A8A26D}"/>
              </a:ext>
            </a:extLst>
          </p:cNvPr>
          <p:cNvSpPr txBox="1"/>
          <p:nvPr/>
        </p:nvSpPr>
        <p:spPr>
          <a:xfrm>
            <a:off x="3204343" y="37344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9B0AE219-4277-01F8-B75A-B57B83178873}"/>
              </a:ext>
            </a:extLst>
          </p:cNvPr>
          <p:cNvSpPr/>
          <p:nvPr/>
        </p:nvSpPr>
        <p:spPr>
          <a:xfrm rot="14225218">
            <a:off x="4330051" y="3605573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F7487B-76CF-1787-4C03-2622212C7B47}"/>
              </a:ext>
            </a:extLst>
          </p:cNvPr>
          <p:cNvSpPr txBox="1"/>
          <p:nvPr/>
        </p:nvSpPr>
        <p:spPr>
          <a:xfrm>
            <a:off x="4524944" y="37302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1E0FDF37-D238-3A48-BF54-15B6E3C43187}"/>
              </a:ext>
            </a:extLst>
          </p:cNvPr>
          <p:cNvSpPr/>
          <p:nvPr/>
        </p:nvSpPr>
        <p:spPr>
          <a:xfrm rot="3616328">
            <a:off x="4352953" y="253066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D3EBCB-CFA0-5E33-0E9B-2ECA86DED215}"/>
              </a:ext>
            </a:extLst>
          </p:cNvPr>
          <p:cNvSpPr txBox="1"/>
          <p:nvPr/>
        </p:nvSpPr>
        <p:spPr>
          <a:xfrm>
            <a:off x="4453445" y="25366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DD95AE66-254A-2E93-BA87-C707DE4460B7}"/>
              </a:ext>
            </a:extLst>
          </p:cNvPr>
          <p:cNvSpPr/>
          <p:nvPr/>
        </p:nvSpPr>
        <p:spPr>
          <a:xfrm rot="3616328">
            <a:off x="3379592" y="3098753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19E8D4-FE44-7BC3-6ED5-1A2313B30F4D}"/>
              </a:ext>
            </a:extLst>
          </p:cNvPr>
          <p:cNvSpPr txBox="1"/>
          <p:nvPr/>
        </p:nvSpPr>
        <p:spPr>
          <a:xfrm>
            <a:off x="3491740" y="31118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1560912-C65C-5446-38C8-4750FDBCA81C}"/>
              </a:ext>
            </a:extLst>
          </p:cNvPr>
          <p:cNvSpPr/>
          <p:nvPr/>
        </p:nvSpPr>
        <p:spPr>
          <a:xfrm>
            <a:off x="2422047" y="5527804"/>
            <a:ext cx="936345" cy="1278990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A6EB132-21AD-0983-00FD-E7414850694F}"/>
              </a:ext>
            </a:extLst>
          </p:cNvPr>
          <p:cNvCxnSpPr>
            <a:stCxn id="139" idx="0"/>
          </p:cNvCxnSpPr>
          <p:nvPr/>
        </p:nvCxnSpPr>
        <p:spPr>
          <a:xfrm flipV="1">
            <a:off x="2890220" y="3979469"/>
            <a:ext cx="411719" cy="1548335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EAA182FF-961C-9F14-89D0-D440C291F535}"/>
              </a:ext>
            </a:extLst>
          </p:cNvPr>
          <p:cNvSpPr txBox="1"/>
          <p:nvPr/>
        </p:nvSpPr>
        <p:spPr>
          <a:xfrm>
            <a:off x="4181922" y="20530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702F610-66D5-8B50-C6D9-411020D07C7D}"/>
              </a:ext>
            </a:extLst>
          </p:cNvPr>
          <p:cNvSpPr txBox="1"/>
          <p:nvPr/>
        </p:nvSpPr>
        <p:spPr>
          <a:xfrm>
            <a:off x="4502043" y="47554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71382F6-3659-B1CD-217B-FB2CA6DD0F71}"/>
              </a:ext>
            </a:extLst>
          </p:cNvPr>
          <p:cNvSpPr/>
          <p:nvPr/>
        </p:nvSpPr>
        <p:spPr>
          <a:xfrm>
            <a:off x="3568436" y="552780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03A701A1-535D-A550-F693-14CA610EB358}"/>
              </a:ext>
            </a:extLst>
          </p:cNvPr>
          <p:cNvSpPr/>
          <p:nvPr/>
        </p:nvSpPr>
        <p:spPr>
          <a:xfrm rot="18202139">
            <a:off x="4672103" y="4152717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61AAD44-F03D-C827-9C62-2F2F82938C86}"/>
              </a:ext>
            </a:extLst>
          </p:cNvPr>
          <p:cNvCxnSpPr>
            <a:stCxn id="147" idx="0"/>
          </p:cNvCxnSpPr>
          <p:nvPr/>
        </p:nvCxnSpPr>
        <p:spPr>
          <a:xfrm flipV="1">
            <a:off x="4035240" y="4513478"/>
            <a:ext cx="858629" cy="101432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E3D542AD-01AA-BC04-02B9-A1C88715CE22}"/>
              </a:ext>
            </a:extLst>
          </p:cNvPr>
          <p:cNvSpPr txBox="1"/>
          <p:nvPr/>
        </p:nvSpPr>
        <p:spPr>
          <a:xfrm>
            <a:off x="4875462" y="42156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9C60658-75B4-8D99-8CA6-285D7286BFD8}"/>
              </a:ext>
            </a:extLst>
          </p:cNvPr>
          <p:cNvSpPr/>
          <p:nvPr/>
        </p:nvSpPr>
        <p:spPr>
          <a:xfrm>
            <a:off x="4733695" y="552780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112029A-587F-7CE5-4CAD-0C57B80EE6BF}"/>
              </a:ext>
            </a:extLst>
          </p:cNvPr>
          <p:cNvCxnSpPr>
            <a:stCxn id="152" idx="0"/>
          </p:cNvCxnSpPr>
          <p:nvPr/>
        </p:nvCxnSpPr>
        <p:spPr>
          <a:xfrm flipH="1" flipV="1">
            <a:off x="4674413" y="3928262"/>
            <a:ext cx="526086" cy="15995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Arrow: Right 154">
            <a:extLst>
              <a:ext uri="{FF2B5EF4-FFF2-40B4-BE49-F238E27FC236}">
                <a16:creationId xmlns:a16="http://schemas.microsoft.com/office/drawing/2014/main" id="{8E5ED877-D58F-4110-C9A0-73BAE0957AE2}"/>
              </a:ext>
            </a:extLst>
          </p:cNvPr>
          <p:cNvSpPr/>
          <p:nvPr/>
        </p:nvSpPr>
        <p:spPr>
          <a:xfrm rot="18202139">
            <a:off x="4028516" y="3040221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204B08A-22EB-69F0-CC18-177C38EB6C88}"/>
              </a:ext>
            </a:extLst>
          </p:cNvPr>
          <p:cNvSpPr txBox="1"/>
          <p:nvPr/>
        </p:nvSpPr>
        <p:spPr>
          <a:xfrm>
            <a:off x="4231875" y="3103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A83F6547-379A-76A1-0F99-E4E5CF06D0F5}"/>
              </a:ext>
            </a:extLst>
          </p:cNvPr>
          <p:cNvCxnSpPr/>
          <p:nvPr/>
        </p:nvCxnSpPr>
        <p:spPr>
          <a:xfrm flipH="1" flipV="1">
            <a:off x="4367174" y="3328416"/>
            <a:ext cx="307239" cy="599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B77DE05-99A3-8D23-5712-7DA2770CB530}"/>
              </a:ext>
            </a:extLst>
          </p:cNvPr>
          <p:cNvSpPr/>
          <p:nvPr/>
        </p:nvSpPr>
        <p:spPr>
          <a:xfrm>
            <a:off x="4715387" y="260783"/>
            <a:ext cx="936345" cy="1278990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0F1C695-FFC4-0773-9B28-B436A6B17F43}"/>
              </a:ext>
            </a:extLst>
          </p:cNvPr>
          <p:cNvSpPr/>
          <p:nvPr/>
        </p:nvSpPr>
        <p:spPr>
          <a:xfrm>
            <a:off x="3642523" y="26078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2554726-CCAE-127D-18E6-1AAB17D08C38}"/>
              </a:ext>
            </a:extLst>
          </p:cNvPr>
          <p:cNvSpPr/>
          <p:nvPr/>
        </p:nvSpPr>
        <p:spPr>
          <a:xfrm>
            <a:off x="2424785" y="27110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ECDC477-5291-5032-B60F-58D42A714B36}"/>
              </a:ext>
            </a:extLst>
          </p:cNvPr>
          <p:cNvCxnSpPr>
            <a:stCxn id="161" idx="2"/>
            <a:endCxn id="46" idx="0"/>
          </p:cNvCxnSpPr>
          <p:nvPr/>
        </p:nvCxnSpPr>
        <p:spPr>
          <a:xfrm>
            <a:off x="2891589" y="1550095"/>
            <a:ext cx="1715905" cy="98652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580DCC0-9362-A61A-922A-CECD1007ED07}"/>
              </a:ext>
            </a:extLst>
          </p:cNvPr>
          <p:cNvCxnSpPr>
            <a:stCxn id="160" idx="2"/>
            <a:endCxn id="48" idx="3"/>
          </p:cNvCxnSpPr>
          <p:nvPr/>
        </p:nvCxnSpPr>
        <p:spPr>
          <a:xfrm flipH="1">
            <a:off x="3799838" y="1539773"/>
            <a:ext cx="309489" cy="175671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Arrow: Right 166">
            <a:extLst>
              <a:ext uri="{FF2B5EF4-FFF2-40B4-BE49-F238E27FC236}">
                <a16:creationId xmlns:a16="http://schemas.microsoft.com/office/drawing/2014/main" id="{3D24D085-6F57-B31D-1411-F424DFC40087}"/>
              </a:ext>
            </a:extLst>
          </p:cNvPr>
          <p:cNvSpPr/>
          <p:nvPr/>
        </p:nvSpPr>
        <p:spPr>
          <a:xfrm rot="3616328">
            <a:off x="4028065" y="4150932"/>
            <a:ext cx="652082" cy="557390"/>
          </a:xfrm>
          <a:prstGeom prst="rightArrow">
            <a:avLst/>
          </a:prstGeom>
          <a:solidFill>
            <a:srgbClr val="FF7575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BBF5A21-92A0-032B-5548-F15A5F8B8DEC}"/>
              </a:ext>
            </a:extLst>
          </p:cNvPr>
          <p:cNvSpPr txBox="1"/>
          <p:nvPr/>
        </p:nvSpPr>
        <p:spPr>
          <a:xfrm>
            <a:off x="4140213" y="41639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3365719-0994-9C2D-DF38-5DAE009D0C80}"/>
              </a:ext>
            </a:extLst>
          </p:cNvPr>
          <p:cNvCxnSpPr>
            <a:stCxn id="48" idx="3"/>
            <a:endCxn id="167" idx="1"/>
          </p:cNvCxnSpPr>
          <p:nvPr/>
        </p:nvCxnSpPr>
        <p:spPr>
          <a:xfrm>
            <a:off x="3799838" y="3296486"/>
            <a:ext cx="392590" cy="8500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40FD32E-44F5-FD10-602C-58E7008243B3}"/>
              </a:ext>
            </a:extLst>
          </p:cNvPr>
          <p:cNvCxnSpPr>
            <a:stCxn id="159" idx="2"/>
            <a:endCxn id="46" idx="3"/>
          </p:cNvCxnSpPr>
          <p:nvPr/>
        </p:nvCxnSpPr>
        <p:spPr>
          <a:xfrm flipH="1">
            <a:off x="4715387" y="1539773"/>
            <a:ext cx="468173" cy="107906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CD210B2-58DD-67A4-FFDB-B4EEAFC4E57C}"/>
              </a:ext>
            </a:extLst>
          </p:cNvPr>
          <p:cNvCxnSpPr>
            <a:endCxn id="48" idx="2"/>
          </p:cNvCxnSpPr>
          <p:nvPr/>
        </p:nvCxnSpPr>
        <p:spPr>
          <a:xfrm flipV="1">
            <a:off x="3358392" y="3481152"/>
            <a:ext cx="287397" cy="44711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3112408-2562-D835-2EE6-9C668734FAB1}"/>
              </a:ext>
            </a:extLst>
          </p:cNvPr>
          <p:cNvCxnSpPr/>
          <p:nvPr/>
        </p:nvCxnSpPr>
        <p:spPr>
          <a:xfrm flipH="1">
            <a:off x="4367174" y="2904910"/>
            <a:ext cx="240320" cy="39157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69C8C86C-C868-7E3F-B315-13B20AAD28C9}"/>
              </a:ext>
            </a:extLst>
          </p:cNvPr>
          <p:cNvCxnSpPr>
            <a:cxnSpLocks/>
          </p:cNvCxnSpPr>
          <p:nvPr/>
        </p:nvCxnSpPr>
        <p:spPr>
          <a:xfrm>
            <a:off x="4688832" y="2861189"/>
            <a:ext cx="255953" cy="42663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82A17F7-1425-52E7-EA03-D99AE58379FD}"/>
              </a:ext>
            </a:extLst>
          </p:cNvPr>
          <p:cNvCxnSpPr/>
          <p:nvPr/>
        </p:nvCxnSpPr>
        <p:spPr>
          <a:xfrm>
            <a:off x="4810141" y="2809360"/>
            <a:ext cx="50313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B2DCCBA-6EC3-C261-C92A-9F92746C372D}"/>
              </a:ext>
            </a:extLst>
          </p:cNvPr>
          <p:cNvGrpSpPr/>
          <p:nvPr/>
        </p:nvGrpSpPr>
        <p:grpSpPr>
          <a:xfrm rot="19761811">
            <a:off x="6666869" y="1339006"/>
            <a:ext cx="5228277" cy="4445938"/>
            <a:chOff x="4659833" y="1239376"/>
            <a:chExt cx="5228277" cy="4445938"/>
          </a:xfrm>
        </p:grpSpPr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EBA7EC2E-3F95-BAC9-A9BA-2D85AEFE6FC3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3E8298CD-DBDC-F377-2586-7157CA492EE1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89B28E42-B691-0FAD-2A61-2FDDD1B91218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5D963D2B-13B3-AB4F-CEC2-41F462E17745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AE49220F-3BB4-27CA-96B6-E665857261E0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E80F38D6-BC0D-B4D6-78A1-C54FC0DB4196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6F476213-A9F8-5DA4-9B36-FDAED66449BD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F9AD6014-9B30-7905-6C6F-4882BCCE321F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074AF593-2E32-4CA7-DA2E-6EEED2751637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6DF5C756-3832-5262-659F-D2F826F76363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6B759B98-BA78-E417-D186-AA9D3FF65C4D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316F5BD3-2D7D-8BB2-94B8-AEEB0BAEBF96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E8080A19-3986-DA2C-574A-12C0862198C2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779C5383-E766-065D-3C7F-FE268487CFCD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9855B53D-CFD3-CB5D-ABB9-2023A72E3D64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7A351536-4694-A842-5524-E79745CFF564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E7295371-8091-71DB-A194-0D3CF810A130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8D2A46CE-6350-44C8-5ADD-397F41931506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DE744CD4-CF0E-9C56-4C77-789717BB6C2F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4D877D5B-8CC9-CD31-FE4E-A37B4B61DAE0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91743F10-F7E3-497D-E7A8-CE075C645BBF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F77B90D5-8315-EE02-4E0E-2A3FC0ABE10A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A503966F-5FF1-4DBE-5DAF-FC2E32B37CCE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" name="Hexagon 205">
              <a:extLst>
                <a:ext uri="{FF2B5EF4-FFF2-40B4-BE49-F238E27FC236}">
                  <a16:creationId xmlns:a16="http://schemas.microsoft.com/office/drawing/2014/main" id="{8B41670D-B98D-D68D-6DA0-A06B3BCFAF35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44909857-48CC-7C16-88B4-78A7995E6949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2B7FB721-DEDE-BEB8-0184-F896A0142682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41A97C96-66CC-2641-06A6-190427EE0407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508249D3-4238-77D2-A1BF-15768F49C9E2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3D255F92-2F81-E22D-154D-25673EE647D0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789F6B8D-A405-F96A-B1AD-A3919EB9DE2D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5811678-CBDD-8336-E570-51B5C0690C58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06709997-D8DB-ECB6-69A3-6B0C00D3B1E0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B7A6138F-51B3-22E6-B862-E7E7D119197F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9478D493-1C14-F5C6-F8FB-0C4F818CB49C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F722D1EB-874F-39B9-BA70-C48357E4418B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DB8E641C-74AC-2F41-8CEE-8809CF46F0E6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9" name="Arrow: Right 218">
            <a:extLst>
              <a:ext uri="{FF2B5EF4-FFF2-40B4-BE49-F238E27FC236}">
                <a16:creationId xmlns:a16="http://schemas.microsoft.com/office/drawing/2014/main" id="{C3C8A8B6-4553-07C8-8107-6125DB5E066C}"/>
              </a:ext>
            </a:extLst>
          </p:cNvPr>
          <p:cNvSpPr/>
          <p:nvPr/>
        </p:nvSpPr>
        <p:spPr>
          <a:xfrm rot="18089534">
            <a:off x="7836261" y="356786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8F44AB5-9928-A540-1EE8-25EAF4150BB3}"/>
              </a:ext>
            </a:extLst>
          </p:cNvPr>
          <p:cNvSpPr txBox="1"/>
          <p:nvPr/>
        </p:nvSpPr>
        <p:spPr>
          <a:xfrm>
            <a:off x="7977530" y="36865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1" name="Arrow: Right 220">
            <a:extLst>
              <a:ext uri="{FF2B5EF4-FFF2-40B4-BE49-F238E27FC236}">
                <a16:creationId xmlns:a16="http://schemas.microsoft.com/office/drawing/2014/main" id="{573518C9-B830-EFB4-B147-71FAC55F1DD8}"/>
              </a:ext>
            </a:extLst>
          </p:cNvPr>
          <p:cNvSpPr/>
          <p:nvPr/>
        </p:nvSpPr>
        <p:spPr>
          <a:xfrm rot="14225218">
            <a:off x="9103238" y="3557603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14BF8B1-A16D-AD93-1928-D3E1F35DD499}"/>
              </a:ext>
            </a:extLst>
          </p:cNvPr>
          <p:cNvSpPr txBox="1"/>
          <p:nvPr/>
        </p:nvSpPr>
        <p:spPr>
          <a:xfrm>
            <a:off x="9298131" y="368228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466F214C-EF63-A51C-F76C-A2AA4DD5BFC5}"/>
              </a:ext>
            </a:extLst>
          </p:cNvPr>
          <p:cNvSpPr/>
          <p:nvPr/>
        </p:nvSpPr>
        <p:spPr>
          <a:xfrm rot="3616328">
            <a:off x="9126140" y="248269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9713FCD-3A30-43E8-62E1-244CCB455AA9}"/>
              </a:ext>
            </a:extLst>
          </p:cNvPr>
          <p:cNvSpPr txBox="1"/>
          <p:nvPr/>
        </p:nvSpPr>
        <p:spPr>
          <a:xfrm>
            <a:off x="9226632" y="24886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7</a:t>
            </a:r>
          </a:p>
        </p:txBody>
      </p:sp>
      <p:sp>
        <p:nvSpPr>
          <p:cNvPr id="225" name="Arrow: Right 224">
            <a:extLst>
              <a:ext uri="{FF2B5EF4-FFF2-40B4-BE49-F238E27FC236}">
                <a16:creationId xmlns:a16="http://schemas.microsoft.com/office/drawing/2014/main" id="{1A864877-ADD7-DC60-2FFC-365DF7EE1CF8}"/>
              </a:ext>
            </a:extLst>
          </p:cNvPr>
          <p:cNvSpPr/>
          <p:nvPr/>
        </p:nvSpPr>
        <p:spPr>
          <a:xfrm rot="3616328">
            <a:off x="8152779" y="3050783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350E9E5-8277-9CBA-D9C6-C0B3CC3FA7C1}"/>
              </a:ext>
            </a:extLst>
          </p:cNvPr>
          <p:cNvSpPr txBox="1"/>
          <p:nvPr/>
        </p:nvSpPr>
        <p:spPr>
          <a:xfrm>
            <a:off x="8264927" y="30638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CFBEB79C-7805-0CBF-6949-4E9D2B4F3C68}"/>
              </a:ext>
            </a:extLst>
          </p:cNvPr>
          <p:cNvSpPr/>
          <p:nvPr/>
        </p:nvSpPr>
        <p:spPr>
          <a:xfrm>
            <a:off x="7195234" y="5479834"/>
            <a:ext cx="936345" cy="1278990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7DD1753A-0939-F0C9-299C-7B73A22AF9BD}"/>
              </a:ext>
            </a:extLst>
          </p:cNvPr>
          <p:cNvCxnSpPr>
            <a:stCxn id="227" idx="0"/>
          </p:cNvCxnSpPr>
          <p:nvPr/>
        </p:nvCxnSpPr>
        <p:spPr>
          <a:xfrm flipV="1">
            <a:off x="7663407" y="3931499"/>
            <a:ext cx="411719" cy="1548335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D1A65E5C-6B12-3052-8FE9-96E377C11780}"/>
              </a:ext>
            </a:extLst>
          </p:cNvPr>
          <p:cNvSpPr txBox="1"/>
          <p:nvPr/>
        </p:nvSpPr>
        <p:spPr>
          <a:xfrm>
            <a:off x="8955109" y="2005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4E7983A-DF9F-9E14-C293-8ADAFC3AC1BB}"/>
              </a:ext>
            </a:extLst>
          </p:cNvPr>
          <p:cNvSpPr txBox="1"/>
          <p:nvPr/>
        </p:nvSpPr>
        <p:spPr>
          <a:xfrm>
            <a:off x="9275230" y="47074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9FC92105-B377-CF5F-33C3-6252AAA3C372}"/>
              </a:ext>
            </a:extLst>
          </p:cNvPr>
          <p:cNvSpPr/>
          <p:nvPr/>
        </p:nvSpPr>
        <p:spPr>
          <a:xfrm>
            <a:off x="8341623" y="547983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232" name="Arrow: Right 231">
            <a:extLst>
              <a:ext uri="{FF2B5EF4-FFF2-40B4-BE49-F238E27FC236}">
                <a16:creationId xmlns:a16="http://schemas.microsoft.com/office/drawing/2014/main" id="{F73F634E-48F5-4381-1154-55147254CDEB}"/>
              </a:ext>
            </a:extLst>
          </p:cNvPr>
          <p:cNvSpPr/>
          <p:nvPr/>
        </p:nvSpPr>
        <p:spPr>
          <a:xfrm rot="18202139">
            <a:off x="9445290" y="4104747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4C558912-2841-A9DE-A907-52617C3D2FFA}"/>
              </a:ext>
            </a:extLst>
          </p:cNvPr>
          <p:cNvCxnSpPr>
            <a:stCxn id="231" idx="0"/>
          </p:cNvCxnSpPr>
          <p:nvPr/>
        </p:nvCxnSpPr>
        <p:spPr>
          <a:xfrm flipV="1">
            <a:off x="8808427" y="4465508"/>
            <a:ext cx="858629" cy="101432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F74D9516-00E6-595D-6B68-8081E38E818A}"/>
              </a:ext>
            </a:extLst>
          </p:cNvPr>
          <p:cNvSpPr txBox="1"/>
          <p:nvPr/>
        </p:nvSpPr>
        <p:spPr>
          <a:xfrm>
            <a:off x="9648649" y="41676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2907E3C9-0B81-286C-6F51-7AEF09EA567B}"/>
              </a:ext>
            </a:extLst>
          </p:cNvPr>
          <p:cNvSpPr/>
          <p:nvPr/>
        </p:nvSpPr>
        <p:spPr>
          <a:xfrm>
            <a:off x="9506882" y="547983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BB529BEA-EC02-AE6C-C2EE-BD778B0D9F9E}"/>
              </a:ext>
            </a:extLst>
          </p:cNvPr>
          <p:cNvCxnSpPr>
            <a:stCxn id="235" idx="0"/>
          </p:cNvCxnSpPr>
          <p:nvPr/>
        </p:nvCxnSpPr>
        <p:spPr>
          <a:xfrm flipH="1" flipV="1">
            <a:off x="9447600" y="3880292"/>
            <a:ext cx="526086" cy="15995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Arrow: Right 236">
            <a:extLst>
              <a:ext uri="{FF2B5EF4-FFF2-40B4-BE49-F238E27FC236}">
                <a16:creationId xmlns:a16="http://schemas.microsoft.com/office/drawing/2014/main" id="{9452B513-EF05-26B1-8E49-71EDB533EE30}"/>
              </a:ext>
            </a:extLst>
          </p:cNvPr>
          <p:cNvSpPr/>
          <p:nvPr/>
        </p:nvSpPr>
        <p:spPr>
          <a:xfrm rot="18202139">
            <a:off x="8801703" y="2992251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2D41A15D-98AF-0B41-5343-3261EC1F4656}"/>
              </a:ext>
            </a:extLst>
          </p:cNvPr>
          <p:cNvSpPr txBox="1"/>
          <p:nvPr/>
        </p:nvSpPr>
        <p:spPr>
          <a:xfrm>
            <a:off x="9005062" y="30551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84ED4E99-F5DD-FA89-8D73-8E9AE4D5DA0F}"/>
              </a:ext>
            </a:extLst>
          </p:cNvPr>
          <p:cNvCxnSpPr/>
          <p:nvPr/>
        </p:nvCxnSpPr>
        <p:spPr>
          <a:xfrm flipH="1" flipV="1">
            <a:off x="9140361" y="3280446"/>
            <a:ext cx="307239" cy="599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6D7E2A-38A9-D021-B6DF-736F6F10B84D}"/>
              </a:ext>
            </a:extLst>
          </p:cNvPr>
          <p:cNvSpPr/>
          <p:nvPr/>
        </p:nvSpPr>
        <p:spPr>
          <a:xfrm>
            <a:off x="9488574" y="212813"/>
            <a:ext cx="936345" cy="1278990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AE1CE38-B535-8006-B112-0DF99441AF36}"/>
              </a:ext>
            </a:extLst>
          </p:cNvPr>
          <p:cNvSpPr/>
          <p:nvPr/>
        </p:nvSpPr>
        <p:spPr>
          <a:xfrm>
            <a:off x="8415710" y="21281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48B14E3-B02C-0B49-EDB5-DBB4739FDF4F}"/>
              </a:ext>
            </a:extLst>
          </p:cNvPr>
          <p:cNvSpPr/>
          <p:nvPr/>
        </p:nvSpPr>
        <p:spPr>
          <a:xfrm>
            <a:off x="7197972" y="22313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27EB914-4A3C-47C1-6ACC-E7A68A03163B}"/>
              </a:ext>
            </a:extLst>
          </p:cNvPr>
          <p:cNvCxnSpPr>
            <a:stCxn id="242" idx="2"/>
            <a:endCxn id="224" idx="0"/>
          </p:cNvCxnSpPr>
          <p:nvPr/>
        </p:nvCxnSpPr>
        <p:spPr>
          <a:xfrm>
            <a:off x="7664776" y="1502125"/>
            <a:ext cx="1715905" cy="98652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5330BB55-35BF-7006-0D7C-7BAEE86B6512}"/>
              </a:ext>
            </a:extLst>
          </p:cNvPr>
          <p:cNvCxnSpPr>
            <a:stCxn id="241" idx="2"/>
            <a:endCxn id="226" idx="3"/>
          </p:cNvCxnSpPr>
          <p:nvPr/>
        </p:nvCxnSpPr>
        <p:spPr>
          <a:xfrm flipH="1">
            <a:off x="8573025" y="1491803"/>
            <a:ext cx="309489" cy="175671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Arrow: Right 244">
            <a:extLst>
              <a:ext uri="{FF2B5EF4-FFF2-40B4-BE49-F238E27FC236}">
                <a16:creationId xmlns:a16="http://schemas.microsoft.com/office/drawing/2014/main" id="{A589608C-8640-8273-DC92-543F6DF4D029}"/>
              </a:ext>
            </a:extLst>
          </p:cNvPr>
          <p:cNvSpPr/>
          <p:nvPr/>
        </p:nvSpPr>
        <p:spPr>
          <a:xfrm rot="3616328">
            <a:off x="8801252" y="4102962"/>
            <a:ext cx="652082" cy="557390"/>
          </a:xfrm>
          <a:prstGeom prst="rightArrow">
            <a:avLst/>
          </a:prstGeom>
          <a:solidFill>
            <a:srgbClr val="FF7575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4AE0AC3-9057-81B4-54F5-433397C969A7}"/>
              </a:ext>
            </a:extLst>
          </p:cNvPr>
          <p:cNvSpPr txBox="1"/>
          <p:nvPr/>
        </p:nvSpPr>
        <p:spPr>
          <a:xfrm>
            <a:off x="8913400" y="41160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03860E53-89D4-93AB-8E12-D304C5C38D8D}"/>
              </a:ext>
            </a:extLst>
          </p:cNvPr>
          <p:cNvCxnSpPr>
            <a:stCxn id="226" idx="3"/>
            <a:endCxn id="245" idx="1"/>
          </p:cNvCxnSpPr>
          <p:nvPr/>
        </p:nvCxnSpPr>
        <p:spPr>
          <a:xfrm>
            <a:off x="8573025" y="3248516"/>
            <a:ext cx="392590" cy="8500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836188CA-7512-9A94-AC7C-BE2CCA8A447C}"/>
              </a:ext>
            </a:extLst>
          </p:cNvPr>
          <p:cNvCxnSpPr>
            <a:stCxn id="240" idx="2"/>
            <a:endCxn id="224" idx="3"/>
          </p:cNvCxnSpPr>
          <p:nvPr/>
        </p:nvCxnSpPr>
        <p:spPr>
          <a:xfrm flipH="1">
            <a:off x="9534730" y="1491803"/>
            <a:ext cx="422017" cy="11815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9A799CB-A7C3-7CCB-34D3-0EEB5EA6A8F4}"/>
              </a:ext>
            </a:extLst>
          </p:cNvPr>
          <p:cNvCxnSpPr>
            <a:endCxn id="226" idx="2"/>
          </p:cNvCxnSpPr>
          <p:nvPr/>
        </p:nvCxnSpPr>
        <p:spPr>
          <a:xfrm flipV="1">
            <a:off x="8131579" y="3433182"/>
            <a:ext cx="287397" cy="44711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B03D7954-FC14-3C11-B291-D4D47C804F4B}"/>
              </a:ext>
            </a:extLst>
          </p:cNvPr>
          <p:cNvCxnSpPr/>
          <p:nvPr/>
        </p:nvCxnSpPr>
        <p:spPr>
          <a:xfrm flipH="1">
            <a:off x="9140361" y="2856940"/>
            <a:ext cx="240320" cy="39157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DA37F806-9E75-AB1B-30C6-3D37B301F9E4}"/>
              </a:ext>
            </a:extLst>
          </p:cNvPr>
          <p:cNvCxnSpPr>
            <a:cxnSpLocks/>
          </p:cNvCxnSpPr>
          <p:nvPr/>
        </p:nvCxnSpPr>
        <p:spPr>
          <a:xfrm>
            <a:off x="9462019" y="2813219"/>
            <a:ext cx="255953" cy="42663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B9A3F3C8-3B79-AA0B-FA8D-E5B90AC92FE5}"/>
              </a:ext>
            </a:extLst>
          </p:cNvPr>
          <p:cNvCxnSpPr/>
          <p:nvPr/>
        </p:nvCxnSpPr>
        <p:spPr>
          <a:xfrm>
            <a:off x="9583328" y="2761390"/>
            <a:ext cx="50313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7BDE82F3-4576-ADE8-E923-6E6144AA5666}"/>
              </a:ext>
            </a:extLst>
          </p:cNvPr>
          <p:cNvSpPr txBox="1"/>
          <p:nvPr/>
        </p:nvSpPr>
        <p:spPr>
          <a:xfrm>
            <a:off x="195070" y="2145340"/>
            <a:ext cx="1455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Active player</a:t>
            </a:r>
          </a:p>
        </p:txBody>
      </p: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E02EC115-797B-4B7E-62DC-B47AB937026F}"/>
              </a:ext>
            </a:extLst>
          </p:cNvPr>
          <p:cNvCxnSpPr>
            <a:stCxn id="253" idx="3"/>
          </p:cNvCxnSpPr>
          <p:nvPr/>
        </p:nvCxnSpPr>
        <p:spPr>
          <a:xfrm flipV="1">
            <a:off x="1650981" y="1550095"/>
            <a:ext cx="587470" cy="77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111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11A1C-7A5B-E8CA-C230-CF417D5F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C818-D06A-BE31-3E0A-61D24A3C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" y="299615"/>
            <a:ext cx="10515600" cy="1325563"/>
          </a:xfrm>
        </p:spPr>
        <p:txBody>
          <a:bodyPr/>
          <a:lstStyle/>
          <a:p>
            <a:r>
              <a:rPr lang="en-GB" dirty="0"/>
              <a:t>Example: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581897-96C0-3830-3D0A-51CA0BD72F4B}"/>
              </a:ext>
            </a:extLst>
          </p:cNvPr>
          <p:cNvGrpSpPr/>
          <p:nvPr/>
        </p:nvGrpSpPr>
        <p:grpSpPr>
          <a:xfrm rot="19761811">
            <a:off x="1893682" y="1386976"/>
            <a:ext cx="5228277" cy="4445938"/>
            <a:chOff x="4659833" y="1239376"/>
            <a:chExt cx="5228277" cy="4445938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AF894C00-39BD-C6E5-1355-3CD3F3718C51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4953AA86-A966-2CA1-CC84-1D44B84FDE5A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CEA74E71-1ABE-1330-43F6-40E88DD9B7BB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EB5107FE-2835-BC51-DAC6-08DFEBB86E59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F61117C8-B060-9971-8BF7-AC0D0C47D915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1E53D2AA-AADA-0628-BB6A-527FAC9FBDCE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6EE43893-6E39-6414-5318-4CCEC09BD96D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3D036C2C-491F-D3CE-7355-EA7E7378D113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2148BD34-8301-8326-3615-318D56AC1113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B9E838FF-80D6-70E6-5930-67FFEDACA89F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F04F817D-5C82-A437-047F-7B0E1CEC754B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A7E2AF31-8CF2-0213-34FF-60F596ACE7BF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69F068A2-05A5-6397-9467-C5CE2FB687FA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79E3A89D-6534-6EBB-D042-BFF137F5403E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0321BE69-81CE-D5B4-6EA0-EE264C585919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92EDA20C-5988-A087-5B25-197ED2A7ADDF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D57B8876-B2FA-D2BA-EFD9-E016463E7F35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74FEEB2F-D2C5-A099-A0CA-CB72724072E5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1EEBF991-EEA2-C8A1-3A73-59C4210F069F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A1CE796F-6F1C-DC6E-8F74-94CE7CDC1675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95B8C28A-EF31-D4DE-8608-A25A52C2516D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E97751A8-6A7A-04E8-2C42-8D371703C2D5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BA4DD260-9420-936F-DBB3-12E81F0A5F4A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D32358A4-2D9E-8E1A-E234-C3C5AB4BE9B0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BF877F63-E205-68D3-803A-F9E107086D42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DA9C4E79-E685-0CB4-9382-D56782977A41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FED5CE3D-6F0E-D840-EE08-BDECA4DC5CA1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771A43AB-471E-399D-902E-188753F81D82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B9E9B5DC-0959-1A20-A36C-D995C98F135B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0FD8114A-034D-7B1E-3695-DA3A570A862D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F26A7A29-860B-3210-3134-1E31C249A172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81FA25C9-7E1F-E13F-5AA8-ADBC6F68AA2F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21456D87-6717-57F5-9E78-E6E75E8AE011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59DC47DC-0B20-FB1D-3DBE-020A98D6785D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C82962DD-A528-D408-EBB9-92F56A59F711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E72CF962-4712-A41E-5C72-7478BDC395CB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50A091C2-3DFA-7281-0328-CD0A30C5A5F6}"/>
              </a:ext>
            </a:extLst>
          </p:cNvPr>
          <p:cNvSpPr/>
          <p:nvPr/>
        </p:nvSpPr>
        <p:spPr>
          <a:xfrm rot="18089534">
            <a:off x="3063074" y="361583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DC3537-65B3-982A-BD62-74F7A4123EEB}"/>
              </a:ext>
            </a:extLst>
          </p:cNvPr>
          <p:cNvSpPr txBox="1"/>
          <p:nvPr/>
        </p:nvSpPr>
        <p:spPr>
          <a:xfrm>
            <a:off x="3204343" y="37344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599AFBC-F554-0585-3C34-7D94E2B9AC24}"/>
              </a:ext>
            </a:extLst>
          </p:cNvPr>
          <p:cNvSpPr/>
          <p:nvPr/>
        </p:nvSpPr>
        <p:spPr>
          <a:xfrm rot="14225218">
            <a:off x="4330051" y="3605573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277563-4D3B-FD5D-B922-6B425651DCE1}"/>
              </a:ext>
            </a:extLst>
          </p:cNvPr>
          <p:cNvSpPr txBox="1"/>
          <p:nvPr/>
        </p:nvSpPr>
        <p:spPr>
          <a:xfrm>
            <a:off x="4524944" y="37302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02EDFE4E-CAB0-29B7-E5B0-011E0DB0243E}"/>
              </a:ext>
            </a:extLst>
          </p:cNvPr>
          <p:cNvSpPr/>
          <p:nvPr/>
        </p:nvSpPr>
        <p:spPr>
          <a:xfrm rot="3616328">
            <a:off x="4352953" y="253066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86D43D-A179-39E6-7693-5393D6FB346C}"/>
              </a:ext>
            </a:extLst>
          </p:cNvPr>
          <p:cNvSpPr txBox="1"/>
          <p:nvPr/>
        </p:nvSpPr>
        <p:spPr>
          <a:xfrm>
            <a:off x="4453445" y="25366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C31F60C-7C50-1FEA-B059-C0CE4E1DCCE6}"/>
              </a:ext>
            </a:extLst>
          </p:cNvPr>
          <p:cNvSpPr/>
          <p:nvPr/>
        </p:nvSpPr>
        <p:spPr>
          <a:xfrm rot="3616328">
            <a:off x="3379592" y="3098753"/>
            <a:ext cx="652082" cy="557390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4B4117-AB3F-077C-57AE-D0D031F308B2}"/>
              </a:ext>
            </a:extLst>
          </p:cNvPr>
          <p:cNvSpPr txBox="1"/>
          <p:nvPr/>
        </p:nvSpPr>
        <p:spPr>
          <a:xfrm>
            <a:off x="3491740" y="31118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3F94E4A-C7C8-E2FF-B808-7B6742660655}"/>
              </a:ext>
            </a:extLst>
          </p:cNvPr>
          <p:cNvSpPr/>
          <p:nvPr/>
        </p:nvSpPr>
        <p:spPr>
          <a:xfrm>
            <a:off x="2422047" y="5527804"/>
            <a:ext cx="936345" cy="1278990"/>
          </a:xfrm>
          <a:prstGeom prst="rect">
            <a:avLst/>
          </a:prstGeom>
          <a:solidFill>
            <a:srgbClr val="FF8F8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6B5A89F-546D-8183-F077-5A9747C35504}"/>
              </a:ext>
            </a:extLst>
          </p:cNvPr>
          <p:cNvCxnSpPr>
            <a:stCxn id="139" idx="0"/>
          </p:cNvCxnSpPr>
          <p:nvPr/>
        </p:nvCxnSpPr>
        <p:spPr>
          <a:xfrm flipV="1">
            <a:off x="2890220" y="3979469"/>
            <a:ext cx="411719" cy="1548335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E910A200-0CA0-98DC-2FE5-9D554CA87298}"/>
              </a:ext>
            </a:extLst>
          </p:cNvPr>
          <p:cNvSpPr txBox="1"/>
          <p:nvPr/>
        </p:nvSpPr>
        <p:spPr>
          <a:xfrm>
            <a:off x="4181922" y="20530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629B794-3D5A-9275-E297-0AE5F56D28FF}"/>
              </a:ext>
            </a:extLst>
          </p:cNvPr>
          <p:cNvSpPr txBox="1"/>
          <p:nvPr/>
        </p:nvSpPr>
        <p:spPr>
          <a:xfrm>
            <a:off x="4502043" y="47554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04E6954-5CE3-60D5-A131-FF398430DF33}"/>
              </a:ext>
            </a:extLst>
          </p:cNvPr>
          <p:cNvSpPr/>
          <p:nvPr/>
        </p:nvSpPr>
        <p:spPr>
          <a:xfrm>
            <a:off x="3568436" y="552780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5B6CE4D7-61AF-99BF-AB97-990F886EB779}"/>
              </a:ext>
            </a:extLst>
          </p:cNvPr>
          <p:cNvSpPr/>
          <p:nvPr/>
        </p:nvSpPr>
        <p:spPr>
          <a:xfrm rot="18202139">
            <a:off x="4672103" y="4152717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127989E-B0EF-94AD-5085-B448C4F8EBCA}"/>
              </a:ext>
            </a:extLst>
          </p:cNvPr>
          <p:cNvCxnSpPr>
            <a:stCxn id="147" idx="0"/>
          </p:cNvCxnSpPr>
          <p:nvPr/>
        </p:nvCxnSpPr>
        <p:spPr>
          <a:xfrm flipV="1">
            <a:off x="4035240" y="4513478"/>
            <a:ext cx="858629" cy="101432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114E43FF-0E16-3478-882A-B32D8BEABD6B}"/>
              </a:ext>
            </a:extLst>
          </p:cNvPr>
          <p:cNvSpPr txBox="1"/>
          <p:nvPr/>
        </p:nvSpPr>
        <p:spPr>
          <a:xfrm>
            <a:off x="4875462" y="42156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D548DDD-0F4A-5445-386D-A147F17B1623}"/>
              </a:ext>
            </a:extLst>
          </p:cNvPr>
          <p:cNvSpPr/>
          <p:nvPr/>
        </p:nvSpPr>
        <p:spPr>
          <a:xfrm>
            <a:off x="4733695" y="552780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AF0AF77-70EF-B9F5-57F9-D5FFA02CE2B0}"/>
              </a:ext>
            </a:extLst>
          </p:cNvPr>
          <p:cNvCxnSpPr>
            <a:stCxn id="152" idx="0"/>
          </p:cNvCxnSpPr>
          <p:nvPr/>
        </p:nvCxnSpPr>
        <p:spPr>
          <a:xfrm flipH="1" flipV="1">
            <a:off x="4674413" y="3928262"/>
            <a:ext cx="526086" cy="15995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Arrow: Right 154">
            <a:extLst>
              <a:ext uri="{FF2B5EF4-FFF2-40B4-BE49-F238E27FC236}">
                <a16:creationId xmlns:a16="http://schemas.microsoft.com/office/drawing/2014/main" id="{4076CD70-57D6-667B-813A-34F9E307C58B}"/>
              </a:ext>
            </a:extLst>
          </p:cNvPr>
          <p:cNvSpPr/>
          <p:nvPr/>
        </p:nvSpPr>
        <p:spPr>
          <a:xfrm rot="18202139">
            <a:off x="4028516" y="3040221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50746B0-E96D-FD61-AAF0-61A0F62BF596}"/>
              </a:ext>
            </a:extLst>
          </p:cNvPr>
          <p:cNvSpPr txBox="1"/>
          <p:nvPr/>
        </p:nvSpPr>
        <p:spPr>
          <a:xfrm>
            <a:off x="4231875" y="3103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AA37D59-B659-FF04-A76D-52C6643962F3}"/>
              </a:ext>
            </a:extLst>
          </p:cNvPr>
          <p:cNvCxnSpPr/>
          <p:nvPr/>
        </p:nvCxnSpPr>
        <p:spPr>
          <a:xfrm flipH="1" flipV="1">
            <a:off x="4367174" y="3328416"/>
            <a:ext cx="307239" cy="599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7EE3C56-5E48-6F16-880E-5FFEB2E1F84A}"/>
              </a:ext>
            </a:extLst>
          </p:cNvPr>
          <p:cNvSpPr/>
          <p:nvPr/>
        </p:nvSpPr>
        <p:spPr>
          <a:xfrm>
            <a:off x="4715387" y="260783"/>
            <a:ext cx="936345" cy="1278990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DE911F3-67C4-C0FF-D436-49DE3CC92324}"/>
              </a:ext>
            </a:extLst>
          </p:cNvPr>
          <p:cNvSpPr/>
          <p:nvPr/>
        </p:nvSpPr>
        <p:spPr>
          <a:xfrm>
            <a:off x="3642523" y="26078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922C6A0-E11E-C77E-7302-EB4D339CB9FA}"/>
              </a:ext>
            </a:extLst>
          </p:cNvPr>
          <p:cNvSpPr/>
          <p:nvPr/>
        </p:nvSpPr>
        <p:spPr>
          <a:xfrm>
            <a:off x="2424785" y="27110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CFD3153-98B5-2F72-4B94-2BBAE1DF5212}"/>
              </a:ext>
            </a:extLst>
          </p:cNvPr>
          <p:cNvCxnSpPr>
            <a:cxnSpLocks/>
            <a:stCxn id="160" idx="2"/>
            <a:endCxn id="48" idx="3"/>
          </p:cNvCxnSpPr>
          <p:nvPr/>
        </p:nvCxnSpPr>
        <p:spPr>
          <a:xfrm flipH="1">
            <a:off x="3799838" y="1539773"/>
            <a:ext cx="309489" cy="175671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Arrow: Right 166">
            <a:extLst>
              <a:ext uri="{FF2B5EF4-FFF2-40B4-BE49-F238E27FC236}">
                <a16:creationId xmlns:a16="http://schemas.microsoft.com/office/drawing/2014/main" id="{974D8F4C-0F6E-A0E1-FB00-1A21A8A01BD6}"/>
              </a:ext>
            </a:extLst>
          </p:cNvPr>
          <p:cNvSpPr/>
          <p:nvPr/>
        </p:nvSpPr>
        <p:spPr>
          <a:xfrm rot="3616328">
            <a:off x="4028065" y="4150932"/>
            <a:ext cx="652082" cy="557390"/>
          </a:xfrm>
          <a:prstGeom prst="rightArrow">
            <a:avLst/>
          </a:prstGeom>
          <a:solidFill>
            <a:srgbClr val="FF7575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3EEC67C-A176-6FD3-80E0-E5A6106962F6}"/>
              </a:ext>
            </a:extLst>
          </p:cNvPr>
          <p:cNvSpPr txBox="1"/>
          <p:nvPr/>
        </p:nvSpPr>
        <p:spPr>
          <a:xfrm>
            <a:off x="4140213" y="41639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A5073D90-11F4-8138-1F7D-9626E58D93F2}"/>
              </a:ext>
            </a:extLst>
          </p:cNvPr>
          <p:cNvCxnSpPr>
            <a:cxnSpLocks/>
            <a:stCxn id="48" idx="3"/>
            <a:endCxn id="167" idx="1"/>
          </p:cNvCxnSpPr>
          <p:nvPr/>
        </p:nvCxnSpPr>
        <p:spPr>
          <a:xfrm>
            <a:off x="3799838" y="3296486"/>
            <a:ext cx="392590" cy="8500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396BA72-8894-E8E4-A994-CC8A078BF02D}"/>
              </a:ext>
            </a:extLst>
          </p:cNvPr>
          <p:cNvCxnSpPr>
            <a:stCxn id="159" idx="2"/>
            <a:endCxn id="46" idx="3"/>
          </p:cNvCxnSpPr>
          <p:nvPr/>
        </p:nvCxnSpPr>
        <p:spPr>
          <a:xfrm flipH="1">
            <a:off x="4761543" y="1539773"/>
            <a:ext cx="422017" cy="11815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350A9061-0DD5-8F6B-66B1-21A016AA4675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3358392" y="3481152"/>
            <a:ext cx="287397" cy="44711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53009545-E4ED-1FB1-B04D-16D6E2B473BF}"/>
              </a:ext>
            </a:extLst>
          </p:cNvPr>
          <p:cNvCxnSpPr/>
          <p:nvPr/>
        </p:nvCxnSpPr>
        <p:spPr>
          <a:xfrm flipH="1">
            <a:off x="4367174" y="2904910"/>
            <a:ext cx="240320" cy="39157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044E0031-B6F5-E6CF-4DC2-A302B783A55B}"/>
              </a:ext>
            </a:extLst>
          </p:cNvPr>
          <p:cNvCxnSpPr>
            <a:cxnSpLocks/>
          </p:cNvCxnSpPr>
          <p:nvPr/>
        </p:nvCxnSpPr>
        <p:spPr>
          <a:xfrm>
            <a:off x="4688832" y="2861189"/>
            <a:ext cx="255953" cy="42663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27C4D9B-4063-E3CC-4CE3-47C8DDC5EC3D}"/>
              </a:ext>
            </a:extLst>
          </p:cNvPr>
          <p:cNvCxnSpPr/>
          <p:nvPr/>
        </p:nvCxnSpPr>
        <p:spPr>
          <a:xfrm>
            <a:off x="4810141" y="2809360"/>
            <a:ext cx="50313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42AC470-C8E3-31A1-C86C-AF7CDBA089CA}"/>
              </a:ext>
            </a:extLst>
          </p:cNvPr>
          <p:cNvGrpSpPr/>
          <p:nvPr/>
        </p:nvGrpSpPr>
        <p:grpSpPr>
          <a:xfrm rot="19761811">
            <a:off x="6666869" y="1339006"/>
            <a:ext cx="5228277" cy="4445938"/>
            <a:chOff x="4659833" y="1239376"/>
            <a:chExt cx="5228277" cy="4445938"/>
          </a:xfrm>
        </p:grpSpPr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461AB52F-472F-F4BA-9C25-39157B0B040A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16C857FC-F37B-FE75-8F97-58E396A3B98C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8DB9D14A-596B-FF20-CC58-80C203291590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4A036AC7-382A-A0A8-E942-196CD99EC7A7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256D4AE8-CDB5-93ED-80C0-749B748D409C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AF409F0C-97E1-EEBE-1181-B24631ABB31E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312F26B8-AC7B-B36A-054B-D4AF46F2DA69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0F52319C-1D2F-E5CF-24B1-B245DE978C6D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E2117ACF-F80D-DD6C-254D-1168B41ADF82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FA3EFC3A-31BC-E6F4-A270-877457B32A5D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27BC0B9D-63DD-D862-89AA-5AD137BBB6FD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9B09062C-A376-A859-A142-217178C3FDBE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0B1285B9-2D9D-A9DC-8042-C148D1AF57C4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97D65096-75DF-112C-8EDE-F2C2957AAE87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0D448D52-B954-5DB1-A1C8-4EF070692741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20C569A5-9305-5DD0-A78C-E20B48F967D6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9658F62E-3D6F-634A-529C-EC53436666B2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5B83A5A7-4D72-B3DD-73D4-1D1D8C4ECF7F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F3CBDA19-B49E-40EF-F914-65F6C694692F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6824BA95-2276-C44E-35E2-F1A27E0D091C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2CE0F62F-2305-5265-9631-41CCF89A06FA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2AC3584C-DDCE-CC75-A38F-E5DBECDF445C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5F16C0E1-CBF0-75A3-1F94-F6597C588AD1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" name="Hexagon 205">
              <a:extLst>
                <a:ext uri="{FF2B5EF4-FFF2-40B4-BE49-F238E27FC236}">
                  <a16:creationId xmlns:a16="http://schemas.microsoft.com/office/drawing/2014/main" id="{A1764A5F-8F83-EEEF-74D2-2C1E9B434290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9E093FD4-5826-13F4-7BE2-8A1E220C7330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4314E038-E023-274F-BCB8-019587DC0580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1F6B7945-2FD6-E89E-E206-4E71CF971ED7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5D0D5318-1452-C7CD-68FB-15B438BAB1E8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61A5CDE0-4844-EBA9-F9CB-0EC8E8C41B6C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A08102F6-A2B2-BB61-00B6-F905CDFD4207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CD6DEDAB-C512-F49D-2F29-CCC209FF309D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9D0BEDC3-60A9-4A56-3A9D-D59132165F69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9E32D11F-0229-D8BD-EE7B-4F3A71493F43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042B5D0D-B32B-D53E-37D1-F6F60F5DC681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831AE82A-81C5-197A-885B-1130292819EF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3F86736E-3BD7-F716-C91E-0EE6AEE837BF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9" name="Arrow: Right 218">
            <a:extLst>
              <a:ext uri="{FF2B5EF4-FFF2-40B4-BE49-F238E27FC236}">
                <a16:creationId xmlns:a16="http://schemas.microsoft.com/office/drawing/2014/main" id="{4F0698B8-8EE3-0C66-5936-139E930D0E9C}"/>
              </a:ext>
            </a:extLst>
          </p:cNvPr>
          <p:cNvSpPr/>
          <p:nvPr/>
        </p:nvSpPr>
        <p:spPr>
          <a:xfrm rot="18089534">
            <a:off x="7836261" y="356786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3FCA599-0CE2-1785-FF6E-8898D4DCE9DD}"/>
              </a:ext>
            </a:extLst>
          </p:cNvPr>
          <p:cNvSpPr txBox="1"/>
          <p:nvPr/>
        </p:nvSpPr>
        <p:spPr>
          <a:xfrm>
            <a:off x="7977530" y="36865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1" name="Arrow: Right 220">
            <a:extLst>
              <a:ext uri="{FF2B5EF4-FFF2-40B4-BE49-F238E27FC236}">
                <a16:creationId xmlns:a16="http://schemas.microsoft.com/office/drawing/2014/main" id="{1469F63E-2569-C082-E447-C8C5677E4DD3}"/>
              </a:ext>
            </a:extLst>
          </p:cNvPr>
          <p:cNvSpPr/>
          <p:nvPr/>
        </p:nvSpPr>
        <p:spPr>
          <a:xfrm rot="14225218">
            <a:off x="9103238" y="3557603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871202B5-95FA-6135-5461-BD686AF0870F}"/>
              </a:ext>
            </a:extLst>
          </p:cNvPr>
          <p:cNvSpPr txBox="1"/>
          <p:nvPr/>
        </p:nvSpPr>
        <p:spPr>
          <a:xfrm>
            <a:off x="9298131" y="368228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32419E3A-8CF6-A9CE-736B-3AC257D67701}"/>
              </a:ext>
            </a:extLst>
          </p:cNvPr>
          <p:cNvSpPr/>
          <p:nvPr/>
        </p:nvSpPr>
        <p:spPr>
          <a:xfrm rot="3616328">
            <a:off x="9126140" y="248269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18021DEF-CCFE-D720-7174-988399A7BD3D}"/>
              </a:ext>
            </a:extLst>
          </p:cNvPr>
          <p:cNvSpPr txBox="1"/>
          <p:nvPr/>
        </p:nvSpPr>
        <p:spPr>
          <a:xfrm>
            <a:off x="9226632" y="24886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7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75910265-F2F8-F4F8-6DE8-82EB19CCFDB1}"/>
              </a:ext>
            </a:extLst>
          </p:cNvPr>
          <p:cNvSpPr/>
          <p:nvPr/>
        </p:nvSpPr>
        <p:spPr>
          <a:xfrm>
            <a:off x="7195234" y="5479834"/>
            <a:ext cx="936345" cy="1278990"/>
          </a:xfrm>
          <a:prstGeom prst="rect">
            <a:avLst/>
          </a:prstGeom>
          <a:solidFill>
            <a:srgbClr val="FF8F8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5A2C81C-AEC3-BF7B-2DF0-1A4C3B3EDF22}"/>
              </a:ext>
            </a:extLst>
          </p:cNvPr>
          <p:cNvSpPr txBox="1"/>
          <p:nvPr/>
        </p:nvSpPr>
        <p:spPr>
          <a:xfrm>
            <a:off x="8955109" y="2005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D218E5C-1595-D9DF-5BFF-8816F0615BFD}"/>
              </a:ext>
            </a:extLst>
          </p:cNvPr>
          <p:cNvSpPr txBox="1"/>
          <p:nvPr/>
        </p:nvSpPr>
        <p:spPr>
          <a:xfrm>
            <a:off x="9275230" y="47074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BF5B9171-BC63-1F9C-0447-2DF5E4F3FD9C}"/>
              </a:ext>
            </a:extLst>
          </p:cNvPr>
          <p:cNvSpPr/>
          <p:nvPr/>
        </p:nvSpPr>
        <p:spPr>
          <a:xfrm>
            <a:off x="8341623" y="547983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232" name="Arrow: Right 231">
            <a:extLst>
              <a:ext uri="{FF2B5EF4-FFF2-40B4-BE49-F238E27FC236}">
                <a16:creationId xmlns:a16="http://schemas.microsoft.com/office/drawing/2014/main" id="{5B94BA39-ACE7-7F3C-D43A-DF275B0CAC10}"/>
              </a:ext>
            </a:extLst>
          </p:cNvPr>
          <p:cNvSpPr/>
          <p:nvPr/>
        </p:nvSpPr>
        <p:spPr>
          <a:xfrm rot="18202139">
            <a:off x="9445290" y="4104747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0361BCA1-3E24-5572-1D68-653A886A5776}"/>
              </a:ext>
            </a:extLst>
          </p:cNvPr>
          <p:cNvCxnSpPr>
            <a:stCxn id="231" idx="0"/>
          </p:cNvCxnSpPr>
          <p:nvPr/>
        </p:nvCxnSpPr>
        <p:spPr>
          <a:xfrm flipV="1">
            <a:off x="8808427" y="4465508"/>
            <a:ext cx="858629" cy="101432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F0886455-0AC0-4BE2-D8BD-4BB89634CE30}"/>
              </a:ext>
            </a:extLst>
          </p:cNvPr>
          <p:cNvSpPr txBox="1"/>
          <p:nvPr/>
        </p:nvSpPr>
        <p:spPr>
          <a:xfrm>
            <a:off x="9648649" y="41676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2C8CE6A9-7006-A157-B9CF-6E4567EC202D}"/>
              </a:ext>
            </a:extLst>
          </p:cNvPr>
          <p:cNvSpPr/>
          <p:nvPr/>
        </p:nvSpPr>
        <p:spPr>
          <a:xfrm>
            <a:off x="9506882" y="547983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AEFC7C8F-5DC6-F503-780C-C03A881A947E}"/>
              </a:ext>
            </a:extLst>
          </p:cNvPr>
          <p:cNvCxnSpPr>
            <a:stCxn id="235" idx="0"/>
          </p:cNvCxnSpPr>
          <p:nvPr/>
        </p:nvCxnSpPr>
        <p:spPr>
          <a:xfrm flipH="1" flipV="1">
            <a:off x="9447600" y="3880292"/>
            <a:ext cx="526086" cy="15995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Arrow: Right 236">
            <a:extLst>
              <a:ext uri="{FF2B5EF4-FFF2-40B4-BE49-F238E27FC236}">
                <a16:creationId xmlns:a16="http://schemas.microsoft.com/office/drawing/2014/main" id="{C647D3C8-C56D-C609-F017-3EA348EAE0F5}"/>
              </a:ext>
            </a:extLst>
          </p:cNvPr>
          <p:cNvSpPr/>
          <p:nvPr/>
        </p:nvSpPr>
        <p:spPr>
          <a:xfrm rot="18202139">
            <a:off x="8801703" y="2992251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AEB130E-EFB4-4CC2-7228-5066F4EF8ABA}"/>
              </a:ext>
            </a:extLst>
          </p:cNvPr>
          <p:cNvSpPr txBox="1"/>
          <p:nvPr/>
        </p:nvSpPr>
        <p:spPr>
          <a:xfrm>
            <a:off x="9005062" y="30551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42D685B3-C188-1DFF-3EBB-2E78364BEE4B}"/>
              </a:ext>
            </a:extLst>
          </p:cNvPr>
          <p:cNvCxnSpPr/>
          <p:nvPr/>
        </p:nvCxnSpPr>
        <p:spPr>
          <a:xfrm flipH="1" flipV="1">
            <a:off x="9140361" y="3280446"/>
            <a:ext cx="307239" cy="599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B9FFC7A-7641-766C-2DBD-AA7EF0BE77A4}"/>
              </a:ext>
            </a:extLst>
          </p:cNvPr>
          <p:cNvSpPr/>
          <p:nvPr/>
        </p:nvSpPr>
        <p:spPr>
          <a:xfrm>
            <a:off x="9488574" y="212813"/>
            <a:ext cx="936345" cy="1278990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0BADCD5-C28D-4D5E-2216-E2D378530704}"/>
              </a:ext>
            </a:extLst>
          </p:cNvPr>
          <p:cNvSpPr/>
          <p:nvPr/>
        </p:nvSpPr>
        <p:spPr>
          <a:xfrm>
            <a:off x="8415710" y="21281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4C31E13-6FB2-3C63-7098-8AE2DC6588B5}"/>
              </a:ext>
            </a:extLst>
          </p:cNvPr>
          <p:cNvSpPr/>
          <p:nvPr/>
        </p:nvSpPr>
        <p:spPr>
          <a:xfrm>
            <a:off x="7197972" y="22313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69A6B146-1F65-48E8-4EB9-8121D04E59E0}"/>
              </a:ext>
            </a:extLst>
          </p:cNvPr>
          <p:cNvCxnSpPr>
            <a:cxnSpLocks/>
            <a:stCxn id="241" idx="2"/>
          </p:cNvCxnSpPr>
          <p:nvPr/>
        </p:nvCxnSpPr>
        <p:spPr>
          <a:xfrm flipH="1">
            <a:off x="8573025" y="1491803"/>
            <a:ext cx="309489" cy="175671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40136C34-5039-FF42-3DE8-A63FDF0D8763}"/>
              </a:ext>
            </a:extLst>
          </p:cNvPr>
          <p:cNvCxnSpPr>
            <a:stCxn id="240" idx="2"/>
            <a:endCxn id="224" idx="3"/>
          </p:cNvCxnSpPr>
          <p:nvPr/>
        </p:nvCxnSpPr>
        <p:spPr>
          <a:xfrm flipH="1">
            <a:off x="9534730" y="1491803"/>
            <a:ext cx="422017" cy="11815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55665AC5-8244-84C1-C83D-6D6C71407216}"/>
              </a:ext>
            </a:extLst>
          </p:cNvPr>
          <p:cNvCxnSpPr/>
          <p:nvPr/>
        </p:nvCxnSpPr>
        <p:spPr>
          <a:xfrm flipH="1">
            <a:off x="9140361" y="2856940"/>
            <a:ext cx="240320" cy="39157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43EBD111-069D-41E9-6C24-43ACC989117B}"/>
              </a:ext>
            </a:extLst>
          </p:cNvPr>
          <p:cNvCxnSpPr>
            <a:cxnSpLocks/>
          </p:cNvCxnSpPr>
          <p:nvPr/>
        </p:nvCxnSpPr>
        <p:spPr>
          <a:xfrm>
            <a:off x="9462019" y="2813219"/>
            <a:ext cx="255953" cy="42663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E9DEB4F6-DCF6-E9B7-59FF-CC6E13C62B98}"/>
              </a:ext>
            </a:extLst>
          </p:cNvPr>
          <p:cNvCxnSpPr/>
          <p:nvPr/>
        </p:nvCxnSpPr>
        <p:spPr>
          <a:xfrm>
            <a:off x="9583328" y="2761390"/>
            <a:ext cx="50313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500812-FD85-0291-2665-1252E60FCFC8}"/>
              </a:ext>
            </a:extLst>
          </p:cNvPr>
          <p:cNvSpPr txBox="1"/>
          <p:nvPr/>
        </p:nvSpPr>
        <p:spPr>
          <a:xfrm>
            <a:off x="7182296" y="2094963"/>
            <a:ext cx="98336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900" dirty="0"/>
              <a:t>Unit is already destroyed, nothing happens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E3A1B9C-522B-8A1F-01BB-156F816F3483}"/>
              </a:ext>
            </a:extLst>
          </p:cNvPr>
          <p:cNvCxnSpPr>
            <a:stCxn id="3" idx="2"/>
          </p:cNvCxnSpPr>
          <p:nvPr/>
        </p:nvCxnSpPr>
        <p:spPr>
          <a:xfrm>
            <a:off x="7673979" y="2741294"/>
            <a:ext cx="811653" cy="441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26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5399-96B7-5AA7-2F85-37AD19C4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F2CA-9912-654C-A114-4EC6D98FB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" y="299615"/>
            <a:ext cx="10515600" cy="1325563"/>
          </a:xfrm>
        </p:spPr>
        <p:txBody>
          <a:bodyPr/>
          <a:lstStyle/>
          <a:p>
            <a:r>
              <a:rPr lang="en-GB" dirty="0"/>
              <a:t>Example: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45E2A4-A018-2BDE-EB2C-542252F42DF3}"/>
              </a:ext>
            </a:extLst>
          </p:cNvPr>
          <p:cNvGrpSpPr/>
          <p:nvPr/>
        </p:nvGrpSpPr>
        <p:grpSpPr>
          <a:xfrm rot="19761811">
            <a:off x="1893682" y="1386976"/>
            <a:ext cx="5228277" cy="4445938"/>
            <a:chOff x="4659833" y="1239376"/>
            <a:chExt cx="5228277" cy="4445938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3485ED8F-4A36-738F-CDF7-D71158E81934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ECF1098B-A6C4-85C0-216D-466A4F874BCA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CBF49345-F221-33AD-B7EE-4B2BD437741D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892C1800-C6DE-607D-480C-11FF145A87EF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5F2FE3B2-6C29-D896-4D89-493C4ED22213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376C6BD0-3886-5AEB-D0B3-9E827EA8D1CE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36696BD6-64B0-CDDB-0B4F-5DFE41D320B2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7C0F871D-3272-446D-4D78-75C0A6273405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7FBE9F87-A6DC-89E0-A834-0667547C2549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32EEC35B-EB29-2CAC-E3A3-B39F5E5E668B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B296A861-9DB3-BBA7-E1D5-1E2C1495EA99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1BCABAD1-C5A6-F417-86FB-F30907EEBA62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FFF453DF-F863-A81F-D051-00420A749470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098985FB-26F6-095E-0E09-68232F72AD37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988C98D2-D395-450D-43B2-825D587440E3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018F220E-CBDD-D2C9-4BA8-3CACA4C9024C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3FF7FB39-007E-FDA4-45CE-D96E3240B0BE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6E89BAA0-360C-8A67-8470-4D9F8A9E89A9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B5DFBB86-58AE-DD73-DA92-8B46ADAC93AA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B1A057AE-BC60-A41B-7314-E5D008CC865A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DB2AFEFD-9B0C-E328-FFD1-7B08B3CC9DED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57D06D27-69BC-FF01-9878-65CBE1E5FD6A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EDFD1FF4-E534-5C19-BA8E-980317B73A72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712D6676-E8C6-4E7E-A9FE-83ECBE358972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6C154B47-2904-64A0-C4BD-B32D1807F34C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0444B15B-08B2-5FAF-77F7-4CB4B151D16F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99EF8CC6-A4E1-A589-116C-C0841D63DB7C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2785DD57-3F83-8808-09FF-FF280F7525AE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8EACAFE5-648D-059D-A812-68EB7F901521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49635B7F-ACA2-6869-8431-AEDDE0E765C3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A4E4967A-CC96-C3CF-53A3-16FC06047C74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863C1C08-2EE2-1A0D-CE12-60E5908B596E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CB3B819E-72A3-BA46-E6BD-A0D0FBEE58B6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57514416-283A-7C3D-A20D-938DAC4D32F4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B8D3E8C2-56FF-B974-E723-26062F86D7F3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1724981D-DECB-397F-77BC-1018AD70E418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4E291388-88EE-4F3A-2ABF-9384FC7D4956}"/>
              </a:ext>
            </a:extLst>
          </p:cNvPr>
          <p:cNvSpPr/>
          <p:nvPr/>
        </p:nvSpPr>
        <p:spPr>
          <a:xfrm rot="18089534">
            <a:off x="3063074" y="361583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A088DB-5740-706A-3DB2-5C4CD8367CC0}"/>
              </a:ext>
            </a:extLst>
          </p:cNvPr>
          <p:cNvSpPr txBox="1"/>
          <p:nvPr/>
        </p:nvSpPr>
        <p:spPr>
          <a:xfrm>
            <a:off x="3204343" y="37344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03C70AD1-B0B7-AACD-BC47-F32AC106CF9C}"/>
              </a:ext>
            </a:extLst>
          </p:cNvPr>
          <p:cNvSpPr/>
          <p:nvPr/>
        </p:nvSpPr>
        <p:spPr>
          <a:xfrm rot="14225218">
            <a:off x="4330051" y="3605573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A838F0-56E4-34F6-4094-90D072C9310E}"/>
              </a:ext>
            </a:extLst>
          </p:cNvPr>
          <p:cNvSpPr txBox="1"/>
          <p:nvPr/>
        </p:nvSpPr>
        <p:spPr>
          <a:xfrm>
            <a:off x="4524944" y="37302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A1CC597A-1605-69F7-84EE-35AC5733912A}"/>
              </a:ext>
            </a:extLst>
          </p:cNvPr>
          <p:cNvSpPr/>
          <p:nvPr/>
        </p:nvSpPr>
        <p:spPr>
          <a:xfrm rot="3616328">
            <a:off x="4352953" y="253066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7F1DD-5DAE-7534-ED77-82391D82D796}"/>
              </a:ext>
            </a:extLst>
          </p:cNvPr>
          <p:cNvSpPr txBox="1"/>
          <p:nvPr/>
        </p:nvSpPr>
        <p:spPr>
          <a:xfrm>
            <a:off x="4453445" y="25366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756B1BF-B0C7-DE08-9D8A-D4B7E42763F1}"/>
              </a:ext>
            </a:extLst>
          </p:cNvPr>
          <p:cNvSpPr/>
          <p:nvPr/>
        </p:nvSpPr>
        <p:spPr>
          <a:xfrm>
            <a:off x="2422047" y="5527804"/>
            <a:ext cx="936345" cy="1278990"/>
          </a:xfrm>
          <a:prstGeom prst="rect">
            <a:avLst/>
          </a:prstGeom>
          <a:solidFill>
            <a:srgbClr val="FF8F8F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945EC1A-AA8A-5AF2-FCAA-5E06CCBA2335}"/>
              </a:ext>
            </a:extLst>
          </p:cNvPr>
          <p:cNvSpPr txBox="1"/>
          <p:nvPr/>
        </p:nvSpPr>
        <p:spPr>
          <a:xfrm>
            <a:off x="4181922" y="20530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4888282-05D4-1094-0307-0AD1448CC7BB}"/>
              </a:ext>
            </a:extLst>
          </p:cNvPr>
          <p:cNvSpPr txBox="1"/>
          <p:nvPr/>
        </p:nvSpPr>
        <p:spPr>
          <a:xfrm>
            <a:off x="4502043" y="47554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E18DE7F-78FA-74A3-8C67-7974686483B6}"/>
              </a:ext>
            </a:extLst>
          </p:cNvPr>
          <p:cNvSpPr/>
          <p:nvPr/>
        </p:nvSpPr>
        <p:spPr>
          <a:xfrm>
            <a:off x="3568436" y="552780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6FB65953-3278-29B3-0E2F-1F09B0760B4A}"/>
              </a:ext>
            </a:extLst>
          </p:cNvPr>
          <p:cNvSpPr/>
          <p:nvPr/>
        </p:nvSpPr>
        <p:spPr>
          <a:xfrm rot="18202139">
            <a:off x="4672103" y="4152717"/>
            <a:ext cx="652082" cy="557390"/>
          </a:xfrm>
          <a:prstGeom prst="right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B82D024-1EA5-06DC-C118-D00FE589E90C}"/>
              </a:ext>
            </a:extLst>
          </p:cNvPr>
          <p:cNvCxnSpPr>
            <a:stCxn id="147" idx="0"/>
          </p:cNvCxnSpPr>
          <p:nvPr/>
        </p:nvCxnSpPr>
        <p:spPr>
          <a:xfrm flipV="1">
            <a:off x="4035240" y="4513478"/>
            <a:ext cx="858629" cy="101432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CF9809D0-9937-CF35-0B92-1094C338A90B}"/>
              </a:ext>
            </a:extLst>
          </p:cNvPr>
          <p:cNvSpPr txBox="1"/>
          <p:nvPr/>
        </p:nvSpPr>
        <p:spPr>
          <a:xfrm>
            <a:off x="4875462" y="42156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C60825A-2D6B-CDC7-F182-AED96D4FB9F4}"/>
              </a:ext>
            </a:extLst>
          </p:cNvPr>
          <p:cNvSpPr/>
          <p:nvPr/>
        </p:nvSpPr>
        <p:spPr>
          <a:xfrm>
            <a:off x="4733695" y="552780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E6DEDBF-C771-E614-0116-445F50005E82}"/>
              </a:ext>
            </a:extLst>
          </p:cNvPr>
          <p:cNvCxnSpPr>
            <a:stCxn id="152" idx="0"/>
          </p:cNvCxnSpPr>
          <p:nvPr/>
        </p:nvCxnSpPr>
        <p:spPr>
          <a:xfrm flipH="1" flipV="1">
            <a:off x="4674413" y="3928262"/>
            <a:ext cx="526086" cy="15995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Arrow: Right 154">
            <a:extLst>
              <a:ext uri="{FF2B5EF4-FFF2-40B4-BE49-F238E27FC236}">
                <a16:creationId xmlns:a16="http://schemas.microsoft.com/office/drawing/2014/main" id="{177D1B8C-8187-8C05-156F-7A3A2EFB4AB4}"/>
              </a:ext>
            </a:extLst>
          </p:cNvPr>
          <p:cNvSpPr/>
          <p:nvPr/>
        </p:nvSpPr>
        <p:spPr>
          <a:xfrm rot="18202139">
            <a:off x="4028516" y="3040221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51C3D40-5CAA-F095-41E9-F81B06C75251}"/>
              </a:ext>
            </a:extLst>
          </p:cNvPr>
          <p:cNvSpPr txBox="1"/>
          <p:nvPr/>
        </p:nvSpPr>
        <p:spPr>
          <a:xfrm>
            <a:off x="4231875" y="3103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32E66B52-9745-4A98-BF2A-514083240C8B}"/>
              </a:ext>
            </a:extLst>
          </p:cNvPr>
          <p:cNvCxnSpPr/>
          <p:nvPr/>
        </p:nvCxnSpPr>
        <p:spPr>
          <a:xfrm flipH="1" flipV="1">
            <a:off x="4367174" y="3328416"/>
            <a:ext cx="307239" cy="599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F1A6637-CAC9-B936-DBD9-03EC340BEBBA}"/>
              </a:ext>
            </a:extLst>
          </p:cNvPr>
          <p:cNvSpPr/>
          <p:nvPr/>
        </p:nvSpPr>
        <p:spPr>
          <a:xfrm>
            <a:off x="4715387" y="260783"/>
            <a:ext cx="936345" cy="1278990"/>
          </a:xfrm>
          <a:prstGeom prst="rect">
            <a:avLst/>
          </a:prstGeom>
          <a:solidFill>
            <a:srgbClr val="FF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A9047E3-DBDA-EEB2-414E-22AB897FC987}"/>
              </a:ext>
            </a:extLst>
          </p:cNvPr>
          <p:cNvSpPr/>
          <p:nvPr/>
        </p:nvSpPr>
        <p:spPr>
          <a:xfrm>
            <a:off x="3642523" y="26078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CA6DB52-023D-11DF-6DEE-53F6A7699088}"/>
              </a:ext>
            </a:extLst>
          </p:cNvPr>
          <p:cNvSpPr/>
          <p:nvPr/>
        </p:nvSpPr>
        <p:spPr>
          <a:xfrm>
            <a:off x="2424785" y="27110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6B230C6-8149-D5E4-CC14-AACC0E43A8EC}"/>
              </a:ext>
            </a:extLst>
          </p:cNvPr>
          <p:cNvCxnSpPr>
            <a:stCxn id="159" idx="2"/>
            <a:endCxn id="46" idx="3"/>
          </p:cNvCxnSpPr>
          <p:nvPr/>
        </p:nvCxnSpPr>
        <p:spPr>
          <a:xfrm flipH="1">
            <a:off x="4761543" y="1539773"/>
            <a:ext cx="422017" cy="11815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E390FB22-C4B4-C002-9D70-6D9438714270}"/>
              </a:ext>
            </a:extLst>
          </p:cNvPr>
          <p:cNvCxnSpPr/>
          <p:nvPr/>
        </p:nvCxnSpPr>
        <p:spPr>
          <a:xfrm flipH="1">
            <a:off x="4367174" y="2904910"/>
            <a:ext cx="240320" cy="39157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F0B4801B-00E5-F5DE-9BB3-58DCCE523FEE}"/>
              </a:ext>
            </a:extLst>
          </p:cNvPr>
          <p:cNvCxnSpPr>
            <a:cxnSpLocks/>
          </p:cNvCxnSpPr>
          <p:nvPr/>
        </p:nvCxnSpPr>
        <p:spPr>
          <a:xfrm>
            <a:off x="4688832" y="2861189"/>
            <a:ext cx="255953" cy="42663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C1285F0-BE16-F54A-272C-FB8AF6B3BA31}"/>
              </a:ext>
            </a:extLst>
          </p:cNvPr>
          <p:cNvCxnSpPr/>
          <p:nvPr/>
        </p:nvCxnSpPr>
        <p:spPr>
          <a:xfrm>
            <a:off x="4810141" y="2809360"/>
            <a:ext cx="50313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C76E38B9-FEA3-E871-F43A-7BFA601E72E9}"/>
              </a:ext>
            </a:extLst>
          </p:cNvPr>
          <p:cNvGrpSpPr/>
          <p:nvPr/>
        </p:nvGrpSpPr>
        <p:grpSpPr>
          <a:xfrm rot="19761811">
            <a:off x="6666869" y="1339006"/>
            <a:ext cx="5228277" cy="4445938"/>
            <a:chOff x="4659833" y="1239376"/>
            <a:chExt cx="5228277" cy="4445938"/>
          </a:xfrm>
        </p:grpSpPr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65247096-81F6-B709-8F87-BCC9E65D2E5A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418DEAF1-AD4E-36CA-12FE-ADC669A8A48E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5FDF060B-076C-3A99-F878-A3451EC97AA7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4E363555-ACCA-2F4F-47DE-2054F7CD6396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534407B6-1349-318B-6BCC-4101DBE4E4FE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578D75BE-73FF-46BE-1547-DD97DADF5089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1C5A7B0E-D2E1-A3E3-FA11-DAA81F625A1A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F4F7D7E9-FC6D-3A0B-8CE5-314A7A33B89E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67DE3A67-7594-D096-C798-F5893BD494AA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41B13FF6-3417-A23C-CEF4-A13975E11518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6CB1E823-7235-1915-CDA1-F36A392E96D6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CC9BCD28-3B3B-F9C8-2AA9-737BC714572A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51FDC1FB-6D5A-61C6-4CFD-6063E1DEDEC5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221D88E7-76F3-3D27-5489-C109067424E3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6C0A3960-75CC-EA48-40D3-CA94F551E48E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21E2F069-5F32-14D8-3587-5100205D5F60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161C2886-7AE3-BFA3-704B-757B55852908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70B7D559-8650-81D8-69F8-70DE3E458345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120172B2-AD02-F14F-5241-C7FD5B377D9D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44191EBE-4DC1-E594-59A3-108DB73105CB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CCA59AE5-8FDF-1EFF-1F0F-89F0D45D932E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64B36C8E-6F0F-8B23-B004-BBDB778B0BAE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E5D755ED-BDE4-1C03-FB9F-2ECF3AE09251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" name="Hexagon 205">
              <a:extLst>
                <a:ext uri="{FF2B5EF4-FFF2-40B4-BE49-F238E27FC236}">
                  <a16:creationId xmlns:a16="http://schemas.microsoft.com/office/drawing/2014/main" id="{4A94E278-51E9-EFB9-EB91-158820037ED3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76C7C39A-C051-1DEC-8ED6-5D91A85C9BC8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9F09AC22-1A28-0533-DEE1-06DF560ECA0E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5FA285B-92DC-C45E-EC19-69EDFEDEC37A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27F71E4D-3EBE-D5B8-E691-4C108E6C95DD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5EF7034D-95B8-6C92-7EBF-070CA2D22C26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C0C761DA-219F-26C0-DA45-6B14A6FCF5F6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C813AEB-C678-0B71-1386-AF727C191205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FB99F117-2599-EF19-0C5E-AF5FE4A9AC0C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2FB9265B-9A48-252B-5813-7B54CE2CBE6F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47F8D68D-51AA-23CD-5F78-77D42F569B1D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1A713B20-5069-E72E-4F34-1944FA6C9064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524375B1-C6FC-D589-6E77-322A68BC4CF1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9" name="Arrow: Right 218">
            <a:extLst>
              <a:ext uri="{FF2B5EF4-FFF2-40B4-BE49-F238E27FC236}">
                <a16:creationId xmlns:a16="http://schemas.microsoft.com/office/drawing/2014/main" id="{632E59C0-8987-FBC6-5806-0B8DC7B3F652}"/>
              </a:ext>
            </a:extLst>
          </p:cNvPr>
          <p:cNvSpPr/>
          <p:nvPr/>
        </p:nvSpPr>
        <p:spPr>
          <a:xfrm rot="18089534">
            <a:off x="7836261" y="356786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6EF10CF-E89D-24BE-CF73-FFFD73BD3504}"/>
              </a:ext>
            </a:extLst>
          </p:cNvPr>
          <p:cNvSpPr txBox="1"/>
          <p:nvPr/>
        </p:nvSpPr>
        <p:spPr>
          <a:xfrm>
            <a:off x="7977530" y="36865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1" name="Arrow: Right 220">
            <a:extLst>
              <a:ext uri="{FF2B5EF4-FFF2-40B4-BE49-F238E27FC236}">
                <a16:creationId xmlns:a16="http://schemas.microsoft.com/office/drawing/2014/main" id="{B0D44299-F4BE-0396-DBDB-F7EF59E08330}"/>
              </a:ext>
            </a:extLst>
          </p:cNvPr>
          <p:cNvSpPr/>
          <p:nvPr/>
        </p:nvSpPr>
        <p:spPr>
          <a:xfrm rot="14225218">
            <a:off x="9103238" y="3557603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E39179-3C7C-9D09-D99F-012888F09348}"/>
              </a:ext>
            </a:extLst>
          </p:cNvPr>
          <p:cNvSpPr txBox="1"/>
          <p:nvPr/>
        </p:nvSpPr>
        <p:spPr>
          <a:xfrm>
            <a:off x="9298131" y="368228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73894C6C-575A-9225-EEF7-3F266E79BD34}"/>
              </a:ext>
            </a:extLst>
          </p:cNvPr>
          <p:cNvSpPr/>
          <p:nvPr/>
        </p:nvSpPr>
        <p:spPr>
          <a:xfrm rot="3616328">
            <a:off x="9126140" y="248269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A221CE6-F516-F18B-3F58-7DDE894CE235}"/>
              </a:ext>
            </a:extLst>
          </p:cNvPr>
          <p:cNvSpPr txBox="1"/>
          <p:nvPr/>
        </p:nvSpPr>
        <p:spPr>
          <a:xfrm>
            <a:off x="9226632" y="24886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7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05EEF1CF-71D1-BF34-941B-E422EEECDC7F}"/>
              </a:ext>
            </a:extLst>
          </p:cNvPr>
          <p:cNvSpPr/>
          <p:nvPr/>
        </p:nvSpPr>
        <p:spPr>
          <a:xfrm>
            <a:off x="7195234" y="5479834"/>
            <a:ext cx="936345" cy="1278990"/>
          </a:xfrm>
          <a:prstGeom prst="rect">
            <a:avLst/>
          </a:prstGeom>
          <a:solidFill>
            <a:srgbClr val="FF8F8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A53B975D-ABC2-F69D-09DE-94FE69A03DCD}"/>
              </a:ext>
            </a:extLst>
          </p:cNvPr>
          <p:cNvSpPr txBox="1"/>
          <p:nvPr/>
        </p:nvSpPr>
        <p:spPr>
          <a:xfrm>
            <a:off x="8955109" y="2005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0C2C283-3460-AD97-938E-3E6B066AFD70}"/>
              </a:ext>
            </a:extLst>
          </p:cNvPr>
          <p:cNvSpPr txBox="1"/>
          <p:nvPr/>
        </p:nvSpPr>
        <p:spPr>
          <a:xfrm>
            <a:off x="9275230" y="47074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D729513-9B43-31C3-FD62-7EEF7143463B}"/>
              </a:ext>
            </a:extLst>
          </p:cNvPr>
          <p:cNvSpPr/>
          <p:nvPr/>
        </p:nvSpPr>
        <p:spPr>
          <a:xfrm>
            <a:off x="8341623" y="547983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232" name="Arrow: Right 231">
            <a:extLst>
              <a:ext uri="{FF2B5EF4-FFF2-40B4-BE49-F238E27FC236}">
                <a16:creationId xmlns:a16="http://schemas.microsoft.com/office/drawing/2014/main" id="{284E73AA-5AAD-ED3F-53AC-F6B8131FD8A2}"/>
              </a:ext>
            </a:extLst>
          </p:cNvPr>
          <p:cNvSpPr/>
          <p:nvPr/>
        </p:nvSpPr>
        <p:spPr>
          <a:xfrm rot="18202139">
            <a:off x="9445290" y="4104747"/>
            <a:ext cx="652082" cy="557390"/>
          </a:xfrm>
          <a:prstGeom prst="right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2BB72AC-1CA4-DF46-9109-9E67E69FF6EB}"/>
              </a:ext>
            </a:extLst>
          </p:cNvPr>
          <p:cNvSpPr txBox="1"/>
          <p:nvPr/>
        </p:nvSpPr>
        <p:spPr>
          <a:xfrm>
            <a:off x="9648649" y="41676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4EA650C-96CF-61FA-6AC4-EB5A7D22EB0E}"/>
              </a:ext>
            </a:extLst>
          </p:cNvPr>
          <p:cNvSpPr/>
          <p:nvPr/>
        </p:nvSpPr>
        <p:spPr>
          <a:xfrm>
            <a:off x="9506882" y="547983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54A5E9DE-3F1C-E913-E4D7-471AD8C92DDA}"/>
              </a:ext>
            </a:extLst>
          </p:cNvPr>
          <p:cNvCxnSpPr>
            <a:stCxn id="235" idx="0"/>
          </p:cNvCxnSpPr>
          <p:nvPr/>
        </p:nvCxnSpPr>
        <p:spPr>
          <a:xfrm flipH="1" flipV="1">
            <a:off x="9447600" y="3880292"/>
            <a:ext cx="526086" cy="15995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Arrow: Right 236">
            <a:extLst>
              <a:ext uri="{FF2B5EF4-FFF2-40B4-BE49-F238E27FC236}">
                <a16:creationId xmlns:a16="http://schemas.microsoft.com/office/drawing/2014/main" id="{64F405A0-81E5-F82F-FA11-1AF174D748EE}"/>
              </a:ext>
            </a:extLst>
          </p:cNvPr>
          <p:cNvSpPr/>
          <p:nvPr/>
        </p:nvSpPr>
        <p:spPr>
          <a:xfrm rot="18202139">
            <a:off x="8801703" y="2992251"/>
            <a:ext cx="652082" cy="5573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EBD0837-29B7-150F-C7E4-9B88E0521A2F}"/>
              </a:ext>
            </a:extLst>
          </p:cNvPr>
          <p:cNvSpPr txBox="1"/>
          <p:nvPr/>
        </p:nvSpPr>
        <p:spPr>
          <a:xfrm>
            <a:off x="9005062" y="30551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32476538-B16E-6FD4-B25A-6D3D2EC59910}"/>
              </a:ext>
            </a:extLst>
          </p:cNvPr>
          <p:cNvCxnSpPr/>
          <p:nvPr/>
        </p:nvCxnSpPr>
        <p:spPr>
          <a:xfrm flipH="1" flipV="1">
            <a:off x="9140361" y="3280446"/>
            <a:ext cx="307239" cy="599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Rectangle 239">
            <a:extLst>
              <a:ext uri="{FF2B5EF4-FFF2-40B4-BE49-F238E27FC236}">
                <a16:creationId xmlns:a16="http://schemas.microsoft.com/office/drawing/2014/main" id="{ABBDA03E-D27F-DB46-D889-2BE263A82A3A}"/>
              </a:ext>
            </a:extLst>
          </p:cNvPr>
          <p:cNvSpPr/>
          <p:nvPr/>
        </p:nvSpPr>
        <p:spPr>
          <a:xfrm>
            <a:off x="9488574" y="212813"/>
            <a:ext cx="936345" cy="1278990"/>
          </a:xfrm>
          <a:prstGeom prst="rect">
            <a:avLst/>
          </a:prstGeom>
          <a:solidFill>
            <a:srgbClr val="FF8F8F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159A37E3-1FE3-F7E5-7927-FBEF059566C2}"/>
              </a:ext>
            </a:extLst>
          </p:cNvPr>
          <p:cNvSpPr/>
          <p:nvPr/>
        </p:nvSpPr>
        <p:spPr>
          <a:xfrm>
            <a:off x="8415710" y="21281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3650AA86-3EBA-F380-8F1E-DA04A1DB6526}"/>
              </a:ext>
            </a:extLst>
          </p:cNvPr>
          <p:cNvSpPr/>
          <p:nvPr/>
        </p:nvSpPr>
        <p:spPr>
          <a:xfrm>
            <a:off x="7197972" y="22313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E8D87A66-DFBA-FD83-38B1-D4D676C8EDC5}"/>
              </a:ext>
            </a:extLst>
          </p:cNvPr>
          <p:cNvCxnSpPr>
            <a:stCxn id="240" idx="2"/>
            <a:endCxn id="224" idx="3"/>
          </p:cNvCxnSpPr>
          <p:nvPr/>
        </p:nvCxnSpPr>
        <p:spPr>
          <a:xfrm flipH="1">
            <a:off x="9534730" y="1491803"/>
            <a:ext cx="422017" cy="118151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70FEB330-DC5F-69A4-7F5E-61D5EE77772B}"/>
              </a:ext>
            </a:extLst>
          </p:cNvPr>
          <p:cNvCxnSpPr/>
          <p:nvPr/>
        </p:nvCxnSpPr>
        <p:spPr>
          <a:xfrm flipH="1">
            <a:off x="9140361" y="2856940"/>
            <a:ext cx="240320" cy="39157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DF07F3CB-707C-CE90-C3D1-559654854A48}"/>
              </a:ext>
            </a:extLst>
          </p:cNvPr>
          <p:cNvCxnSpPr>
            <a:cxnSpLocks/>
          </p:cNvCxnSpPr>
          <p:nvPr/>
        </p:nvCxnSpPr>
        <p:spPr>
          <a:xfrm>
            <a:off x="9462019" y="2813219"/>
            <a:ext cx="255953" cy="42663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96F563F4-CF9A-E89E-7D77-11FCAA4059ED}"/>
              </a:ext>
            </a:extLst>
          </p:cNvPr>
          <p:cNvCxnSpPr/>
          <p:nvPr/>
        </p:nvCxnSpPr>
        <p:spPr>
          <a:xfrm>
            <a:off x="9583328" y="2761390"/>
            <a:ext cx="503133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7E69D93-9024-5F70-F6B2-007973EEF368}"/>
              </a:ext>
            </a:extLst>
          </p:cNvPr>
          <p:cNvSpPr txBox="1"/>
          <p:nvPr/>
        </p:nvSpPr>
        <p:spPr>
          <a:xfrm>
            <a:off x="10677635" y="1980651"/>
            <a:ext cx="98336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900" dirty="0"/>
              <a:t>No units yet on affected tiles, nothing happens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368FE6F-A899-6E17-91AC-981B0DF03D7A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0142159" y="2626982"/>
            <a:ext cx="1027159" cy="134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EAFF141-0CD0-078D-44A1-8EE2DA52B694}"/>
              </a:ext>
            </a:extLst>
          </p:cNvPr>
          <p:cNvCxnSpPr>
            <a:stCxn id="3" idx="2"/>
          </p:cNvCxnSpPr>
          <p:nvPr/>
        </p:nvCxnSpPr>
        <p:spPr>
          <a:xfrm flipH="1">
            <a:off x="9717972" y="2626982"/>
            <a:ext cx="1451346" cy="555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51D0229-03F8-8C39-70DA-68BE951837BA}"/>
              </a:ext>
            </a:extLst>
          </p:cNvPr>
          <p:cNvCxnSpPr>
            <a:stCxn id="3" idx="2"/>
          </p:cNvCxnSpPr>
          <p:nvPr/>
        </p:nvCxnSpPr>
        <p:spPr>
          <a:xfrm flipH="1">
            <a:off x="9349318" y="2626982"/>
            <a:ext cx="1820000" cy="476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518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7D6C-EEAF-D244-1CFD-DBDCF877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B85B-CBA2-B350-D356-EDEACB25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" y="299615"/>
            <a:ext cx="10515600" cy="1325563"/>
          </a:xfrm>
        </p:spPr>
        <p:txBody>
          <a:bodyPr/>
          <a:lstStyle/>
          <a:p>
            <a:r>
              <a:rPr lang="en-GB" dirty="0"/>
              <a:t>Example: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8C2936-4962-EBD9-3AA3-B2AC9F8C8875}"/>
              </a:ext>
            </a:extLst>
          </p:cNvPr>
          <p:cNvGrpSpPr/>
          <p:nvPr/>
        </p:nvGrpSpPr>
        <p:grpSpPr>
          <a:xfrm rot="19761811">
            <a:off x="1893682" y="1386976"/>
            <a:ext cx="5228277" cy="4445938"/>
            <a:chOff x="4659833" y="1239376"/>
            <a:chExt cx="5228277" cy="4445938"/>
          </a:xfrm>
        </p:grpSpPr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D7EB3F8A-4A78-BE2A-EC0F-14586EDF5EDD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D6A9613E-3F7A-0AA3-9199-311B10A0DAA6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3FEB8139-309E-B6F4-FD76-425CA4AC8A55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76522305-6BAF-2ACA-A552-B795281E49F9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EB6DAC4F-C93C-9543-A114-922C6C8B6C92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D079FE60-CB7E-0E07-19C8-B4FE0CB59F21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B84E4E80-9BE7-1E28-1C92-48649E48208E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5905717D-5DE2-F991-0C17-A5FAFF002C1B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14551948-6390-787F-D906-5B63BB3DD19E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E73E11B1-2E69-753C-918F-96411FDE1B5C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3FD36A46-45DB-4BB2-8CD4-BE1EC3DF2D3E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49BDD879-8A54-A59B-85DE-B093FD2BAC75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254AD61A-4AE5-4D24-13A5-1680F12A10C1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339438D1-B553-CC62-20AC-7839C5D4F60C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A80E1695-07A9-B917-EBC0-236D20568095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C8D368FC-2175-F6CA-06B6-D94656C27006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ACE8ED5B-4D09-5386-AE4B-60C23B1841D1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D9C92479-25CA-9D51-91A8-0BF667798D32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05269679-15DD-F15F-4E39-3C559A5D0B93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9C815379-295F-CFDF-D69B-34062635AA3A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2FBFDB66-0FCA-378C-CA1D-1BB312FFF3F9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B0420AB4-3362-5F31-579C-8C83BE95A145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9667B62B-170F-FAE8-6D21-408E7B95C112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A1FCE864-8E2B-5982-726F-CD83730ED374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70594791-538A-B2D5-0862-B8E48CC60228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2A196EFA-A0D5-3926-7035-EE35F2C2E796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815AD4C6-DAC0-986D-39A1-AE179B0916F4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32F08828-1EC3-0FC4-35C2-5D68BD0A8FCE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402D8766-D986-509D-EAA0-45B14EB5B7F9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593CE47-D0FD-017E-2C79-B7E7B1863781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5ABBD6DA-29CF-E171-3E56-CBCFF2196B2D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23F684FD-AFAA-52C0-A12A-0C2B1DA06333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6541AC5E-1C5F-86D7-4A90-5DE7A7ABD9D4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43EB2209-5007-D822-72CC-FCF701266E80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3335B4D4-97CE-EAD7-65F4-A4B5E20E3826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93514F8C-6658-9BC5-FA2F-A30195B3E83C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8044DBA8-9292-439B-DAEC-7B9265D053DE}"/>
              </a:ext>
            </a:extLst>
          </p:cNvPr>
          <p:cNvSpPr/>
          <p:nvPr/>
        </p:nvSpPr>
        <p:spPr>
          <a:xfrm rot="18089534">
            <a:off x="3063074" y="361583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B6514F-51DE-6950-8EEF-FA628EAB1D29}"/>
              </a:ext>
            </a:extLst>
          </p:cNvPr>
          <p:cNvSpPr txBox="1"/>
          <p:nvPr/>
        </p:nvSpPr>
        <p:spPr>
          <a:xfrm>
            <a:off x="3204343" y="37344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D08747-219D-E1D7-A91A-ED3E9DE5AB5A}"/>
              </a:ext>
            </a:extLst>
          </p:cNvPr>
          <p:cNvSpPr txBox="1"/>
          <p:nvPr/>
        </p:nvSpPr>
        <p:spPr>
          <a:xfrm>
            <a:off x="4524944" y="37302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50E51DB0-F07D-B42C-CA4D-2C8ACA71EF2A}"/>
              </a:ext>
            </a:extLst>
          </p:cNvPr>
          <p:cNvSpPr/>
          <p:nvPr/>
        </p:nvSpPr>
        <p:spPr>
          <a:xfrm rot="3616328">
            <a:off x="4352953" y="253066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0962A-CEA9-B9E2-F7A5-56D28DC8CB0D}"/>
              </a:ext>
            </a:extLst>
          </p:cNvPr>
          <p:cNvSpPr txBox="1"/>
          <p:nvPr/>
        </p:nvSpPr>
        <p:spPr>
          <a:xfrm>
            <a:off x="4453445" y="25366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C5DC8AB-DB8D-8F8D-D0FD-5B49A2064B76}"/>
              </a:ext>
            </a:extLst>
          </p:cNvPr>
          <p:cNvSpPr/>
          <p:nvPr/>
        </p:nvSpPr>
        <p:spPr>
          <a:xfrm>
            <a:off x="2422047" y="5527804"/>
            <a:ext cx="936345" cy="1278990"/>
          </a:xfrm>
          <a:prstGeom prst="rect">
            <a:avLst/>
          </a:prstGeom>
          <a:solidFill>
            <a:srgbClr val="FF8F8F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4485717-ED06-AD9F-63EF-5103A8BDB432}"/>
              </a:ext>
            </a:extLst>
          </p:cNvPr>
          <p:cNvSpPr txBox="1"/>
          <p:nvPr/>
        </p:nvSpPr>
        <p:spPr>
          <a:xfrm>
            <a:off x="4181922" y="20530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322E1C3-CC67-41AF-C626-AFEA30E17C95}"/>
              </a:ext>
            </a:extLst>
          </p:cNvPr>
          <p:cNvSpPr txBox="1"/>
          <p:nvPr/>
        </p:nvSpPr>
        <p:spPr>
          <a:xfrm>
            <a:off x="4502043" y="47554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16A9D7A-D66A-C60B-CFF1-E6F723A715AB}"/>
              </a:ext>
            </a:extLst>
          </p:cNvPr>
          <p:cNvSpPr/>
          <p:nvPr/>
        </p:nvSpPr>
        <p:spPr>
          <a:xfrm>
            <a:off x="3568436" y="552780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148" name="Arrow: Right 147">
            <a:extLst>
              <a:ext uri="{FF2B5EF4-FFF2-40B4-BE49-F238E27FC236}">
                <a16:creationId xmlns:a16="http://schemas.microsoft.com/office/drawing/2014/main" id="{D0321136-AC62-D2A0-151C-2E7A8C120A3C}"/>
              </a:ext>
            </a:extLst>
          </p:cNvPr>
          <p:cNvSpPr/>
          <p:nvPr/>
        </p:nvSpPr>
        <p:spPr>
          <a:xfrm rot="18202139">
            <a:off x="4672103" y="4152717"/>
            <a:ext cx="652082" cy="557390"/>
          </a:xfrm>
          <a:prstGeom prst="right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C22B19A-0D03-27A9-ACC3-3A86652E1F7F}"/>
              </a:ext>
            </a:extLst>
          </p:cNvPr>
          <p:cNvSpPr txBox="1"/>
          <p:nvPr/>
        </p:nvSpPr>
        <p:spPr>
          <a:xfrm>
            <a:off x="4875462" y="42156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A30F681-2958-65BF-271A-D1915AAFF9FC}"/>
              </a:ext>
            </a:extLst>
          </p:cNvPr>
          <p:cNvSpPr/>
          <p:nvPr/>
        </p:nvSpPr>
        <p:spPr>
          <a:xfrm>
            <a:off x="4733695" y="552780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165BF81-E356-0C24-F42F-9C2DEE1B1C75}"/>
              </a:ext>
            </a:extLst>
          </p:cNvPr>
          <p:cNvCxnSpPr>
            <a:stCxn id="152" idx="0"/>
          </p:cNvCxnSpPr>
          <p:nvPr/>
        </p:nvCxnSpPr>
        <p:spPr>
          <a:xfrm flipH="1" flipV="1">
            <a:off x="4674413" y="3928262"/>
            <a:ext cx="526086" cy="15995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Arrow: Right 154">
            <a:extLst>
              <a:ext uri="{FF2B5EF4-FFF2-40B4-BE49-F238E27FC236}">
                <a16:creationId xmlns:a16="http://schemas.microsoft.com/office/drawing/2014/main" id="{991D6CBB-5801-33A9-7BCD-E24FCD26265A}"/>
              </a:ext>
            </a:extLst>
          </p:cNvPr>
          <p:cNvSpPr/>
          <p:nvPr/>
        </p:nvSpPr>
        <p:spPr>
          <a:xfrm rot="18202139">
            <a:off x="4028516" y="3040221"/>
            <a:ext cx="652082" cy="557390"/>
          </a:xfrm>
          <a:prstGeom prst="right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8F6AC3D-659C-C635-D146-12ADE2F32590}"/>
              </a:ext>
            </a:extLst>
          </p:cNvPr>
          <p:cNvSpPr txBox="1"/>
          <p:nvPr/>
        </p:nvSpPr>
        <p:spPr>
          <a:xfrm>
            <a:off x="4231875" y="31031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410A516-9DD2-0AA7-9B73-3366F5A641D6}"/>
              </a:ext>
            </a:extLst>
          </p:cNvPr>
          <p:cNvCxnSpPr/>
          <p:nvPr/>
        </p:nvCxnSpPr>
        <p:spPr>
          <a:xfrm flipH="1" flipV="1">
            <a:off x="4367174" y="3328416"/>
            <a:ext cx="307239" cy="599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44849A3-016E-ADE5-742D-0DED042AB062}"/>
              </a:ext>
            </a:extLst>
          </p:cNvPr>
          <p:cNvSpPr/>
          <p:nvPr/>
        </p:nvSpPr>
        <p:spPr>
          <a:xfrm>
            <a:off x="4715387" y="260783"/>
            <a:ext cx="936345" cy="1278990"/>
          </a:xfrm>
          <a:prstGeom prst="rect">
            <a:avLst/>
          </a:prstGeom>
          <a:solidFill>
            <a:srgbClr val="FF8F8F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A02BCF3-176F-A3E5-93CD-F131BC4678C9}"/>
              </a:ext>
            </a:extLst>
          </p:cNvPr>
          <p:cNvSpPr/>
          <p:nvPr/>
        </p:nvSpPr>
        <p:spPr>
          <a:xfrm>
            <a:off x="3642523" y="26078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10F366C-0E9B-3AB6-4A76-1D294C17789E}"/>
              </a:ext>
            </a:extLst>
          </p:cNvPr>
          <p:cNvSpPr/>
          <p:nvPr/>
        </p:nvSpPr>
        <p:spPr>
          <a:xfrm>
            <a:off x="2424785" y="27110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DED161F-C771-1C73-8D8A-2126A0B256DD}"/>
              </a:ext>
            </a:extLst>
          </p:cNvPr>
          <p:cNvGrpSpPr/>
          <p:nvPr/>
        </p:nvGrpSpPr>
        <p:grpSpPr>
          <a:xfrm rot="19761811">
            <a:off x="6666869" y="1339006"/>
            <a:ext cx="5228277" cy="4445938"/>
            <a:chOff x="4659833" y="1239376"/>
            <a:chExt cx="5228277" cy="4445938"/>
          </a:xfrm>
        </p:grpSpPr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913D6CCB-2D75-DFCF-F2BB-A3A71A8D3AD7}"/>
                </a:ext>
              </a:extLst>
            </p:cNvPr>
            <p:cNvSpPr/>
            <p:nvPr/>
          </p:nvSpPr>
          <p:spPr>
            <a:xfrm>
              <a:off x="5781623" y="21871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B27F60B3-BB35-9564-0A0C-42A0A900C4D7}"/>
                </a:ext>
              </a:extLst>
            </p:cNvPr>
            <p:cNvSpPr/>
            <p:nvPr/>
          </p:nvSpPr>
          <p:spPr>
            <a:xfrm>
              <a:off x="522072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70ACA7DB-920E-06C1-1D04-A04F99FF90CA}"/>
                </a:ext>
              </a:extLst>
            </p:cNvPr>
            <p:cNvSpPr/>
            <p:nvPr/>
          </p:nvSpPr>
          <p:spPr>
            <a:xfrm>
              <a:off x="6342518" y="25047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2B2F92F2-4911-05DF-8AF5-5DDA8A1952D3}"/>
                </a:ext>
              </a:extLst>
            </p:cNvPr>
            <p:cNvSpPr/>
            <p:nvPr/>
          </p:nvSpPr>
          <p:spPr>
            <a:xfrm>
              <a:off x="578162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12E3EF2B-69E8-276D-966A-13D47E6EAE35}"/>
                </a:ext>
              </a:extLst>
            </p:cNvPr>
            <p:cNvSpPr/>
            <p:nvPr/>
          </p:nvSpPr>
          <p:spPr>
            <a:xfrm>
              <a:off x="6903413" y="28222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590BD834-BE84-66BD-3449-1EC5BFE5476B}"/>
                </a:ext>
              </a:extLst>
            </p:cNvPr>
            <p:cNvSpPr/>
            <p:nvPr/>
          </p:nvSpPr>
          <p:spPr>
            <a:xfrm>
              <a:off x="634251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515FC971-CDF0-50AA-C658-4C2369DBFFC6}"/>
                </a:ext>
              </a:extLst>
            </p:cNvPr>
            <p:cNvSpPr/>
            <p:nvPr/>
          </p:nvSpPr>
          <p:spPr>
            <a:xfrm>
              <a:off x="7464308" y="313984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E2314C61-6586-F7BF-7B08-9F964DB46285}"/>
                </a:ext>
              </a:extLst>
            </p:cNvPr>
            <p:cNvSpPr/>
            <p:nvPr/>
          </p:nvSpPr>
          <p:spPr>
            <a:xfrm>
              <a:off x="6903413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10AE4E07-0601-97A7-E9D9-18A554E02712}"/>
                </a:ext>
              </a:extLst>
            </p:cNvPr>
            <p:cNvSpPr/>
            <p:nvPr/>
          </p:nvSpPr>
          <p:spPr>
            <a:xfrm>
              <a:off x="8018211" y="345741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DEBA6BF9-2630-B906-A7D7-70E83C9D4208}"/>
                </a:ext>
              </a:extLst>
            </p:cNvPr>
            <p:cNvSpPr/>
            <p:nvPr/>
          </p:nvSpPr>
          <p:spPr>
            <a:xfrm>
              <a:off x="745731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792D75B7-6CDA-10A3-54B8-A76B9B06D140}"/>
                </a:ext>
              </a:extLst>
            </p:cNvPr>
            <p:cNvSpPr/>
            <p:nvPr/>
          </p:nvSpPr>
          <p:spPr>
            <a:xfrm>
              <a:off x="8579106" y="377498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841619FB-1A65-9E8E-D27A-F4C593EA8826}"/>
                </a:ext>
              </a:extLst>
            </p:cNvPr>
            <p:cNvSpPr/>
            <p:nvPr/>
          </p:nvSpPr>
          <p:spPr>
            <a:xfrm>
              <a:off x="8018211" y="409254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22D05173-B415-ACC7-AA65-010EEC0AB568}"/>
                </a:ext>
              </a:extLst>
            </p:cNvPr>
            <p:cNvSpPr/>
            <p:nvPr/>
          </p:nvSpPr>
          <p:spPr>
            <a:xfrm>
              <a:off x="6342518" y="123937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0B7390F6-505F-32D4-65E9-A145478BE7FD}"/>
                </a:ext>
              </a:extLst>
            </p:cNvPr>
            <p:cNvSpPr/>
            <p:nvPr/>
          </p:nvSpPr>
          <p:spPr>
            <a:xfrm>
              <a:off x="578162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A55B09B9-6C16-D38F-7941-28168AF297DF}"/>
                </a:ext>
              </a:extLst>
            </p:cNvPr>
            <p:cNvSpPr/>
            <p:nvPr/>
          </p:nvSpPr>
          <p:spPr>
            <a:xfrm>
              <a:off x="6903413" y="155694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EAFBFE88-2883-D1E3-4910-129BDDA8AFB0}"/>
                </a:ext>
              </a:extLst>
            </p:cNvPr>
            <p:cNvSpPr/>
            <p:nvPr/>
          </p:nvSpPr>
          <p:spPr>
            <a:xfrm>
              <a:off x="634251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E448E216-434D-05A1-3E1E-3E1F0A20B9C9}"/>
                </a:ext>
              </a:extLst>
            </p:cNvPr>
            <p:cNvSpPr/>
            <p:nvPr/>
          </p:nvSpPr>
          <p:spPr>
            <a:xfrm>
              <a:off x="7464308" y="187451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8B46BBA1-5C47-B622-767F-DFBE300D1AD9}"/>
                </a:ext>
              </a:extLst>
            </p:cNvPr>
            <p:cNvSpPr/>
            <p:nvPr/>
          </p:nvSpPr>
          <p:spPr>
            <a:xfrm>
              <a:off x="690341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19D4B4EF-42AF-C32D-E6E1-3962C56FA017}"/>
                </a:ext>
              </a:extLst>
            </p:cNvPr>
            <p:cNvSpPr/>
            <p:nvPr/>
          </p:nvSpPr>
          <p:spPr>
            <a:xfrm>
              <a:off x="8025203" y="2192077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F4B8519A-24A5-D6D3-F1A5-DCD19B6F1710}"/>
                </a:ext>
              </a:extLst>
            </p:cNvPr>
            <p:cNvSpPr/>
            <p:nvPr/>
          </p:nvSpPr>
          <p:spPr>
            <a:xfrm>
              <a:off x="7464308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rgbClr val="FF8F8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7C431F25-425E-38B3-1A6F-D87B94393284}"/>
                </a:ext>
              </a:extLst>
            </p:cNvPr>
            <p:cNvSpPr/>
            <p:nvPr/>
          </p:nvSpPr>
          <p:spPr>
            <a:xfrm>
              <a:off x="8579106" y="2509644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1BC14827-7AAE-5971-78FB-184A2EB1D51F}"/>
                </a:ext>
              </a:extLst>
            </p:cNvPr>
            <p:cNvSpPr/>
            <p:nvPr/>
          </p:nvSpPr>
          <p:spPr>
            <a:xfrm>
              <a:off x="801821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B9F2241B-D257-7957-6090-AF6F499E326F}"/>
                </a:ext>
              </a:extLst>
            </p:cNvPr>
            <p:cNvSpPr/>
            <p:nvPr/>
          </p:nvSpPr>
          <p:spPr>
            <a:xfrm>
              <a:off x="9140001" y="2827211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" name="Hexagon 205">
              <a:extLst>
                <a:ext uri="{FF2B5EF4-FFF2-40B4-BE49-F238E27FC236}">
                  <a16:creationId xmlns:a16="http://schemas.microsoft.com/office/drawing/2014/main" id="{8CF7ED9F-DDF5-8613-F9D9-E5ABC6F867FB}"/>
                </a:ext>
              </a:extLst>
            </p:cNvPr>
            <p:cNvSpPr/>
            <p:nvPr/>
          </p:nvSpPr>
          <p:spPr>
            <a:xfrm>
              <a:off x="8579106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ED89E1BE-BE0A-CD83-5EA3-F473FC92D840}"/>
                </a:ext>
              </a:extLst>
            </p:cNvPr>
            <p:cNvSpPr/>
            <p:nvPr/>
          </p:nvSpPr>
          <p:spPr>
            <a:xfrm>
              <a:off x="5220728" y="3144778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0BCB2610-8D5E-F90F-DB1F-BF849274A240}"/>
                </a:ext>
              </a:extLst>
            </p:cNvPr>
            <p:cNvSpPr/>
            <p:nvPr/>
          </p:nvSpPr>
          <p:spPr>
            <a:xfrm>
              <a:off x="465983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6705BE1F-FB13-71C7-0CED-4523596055BF}"/>
                </a:ext>
              </a:extLst>
            </p:cNvPr>
            <p:cNvSpPr/>
            <p:nvPr/>
          </p:nvSpPr>
          <p:spPr>
            <a:xfrm>
              <a:off x="5781623" y="3462345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42C40C00-4EBB-BDDC-0324-344A0749C0FC}"/>
                </a:ext>
              </a:extLst>
            </p:cNvPr>
            <p:cNvSpPr/>
            <p:nvPr/>
          </p:nvSpPr>
          <p:spPr>
            <a:xfrm>
              <a:off x="522072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E1F3E17D-59D9-73D8-13CE-F9AC1B2C55A1}"/>
                </a:ext>
              </a:extLst>
            </p:cNvPr>
            <p:cNvSpPr/>
            <p:nvPr/>
          </p:nvSpPr>
          <p:spPr>
            <a:xfrm>
              <a:off x="6342518" y="3779912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4EA860C6-B10E-8CA9-CAC3-916D1BD44D81}"/>
                </a:ext>
              </a:extLst>
            </p:cNvPr>
            <p:cNvSpPr/>
            <p:nvPr/>
          </p:nvSpPr>
          <p:spPr>
            <a:xfrm>
              <a:off x="578162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AB6A1361-3125-B600-BABC-5D6A01F31159}"/>
                </a:ext>
              </a:extLst>
            </p:cNvPr>
            <p:cNvSpPr/>
            <p:nvPr/>
          </p:nvSpPr>
          <p:spPr>
            <a:xfrm>
              <a:off x="6903413" y="4097479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0682E189-CEE2-A752-D95B-35F1EE98504D}"/>
                </a:ext>
              </a:extLst>
            </p:cNvPr>
            <p:cNvSpPr/>
            <p:nvPr/>
          </p:nvSpPr>
          <p:spPr>
            <a:xfrm>
              <a:off x="6342518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64038B9B-8E0E-A4B5-B29B-E54102E964F3}"/>
                </a:ext>
              </a:extLst>
            </p:cNvPr>
            <p:cNvSpPr/>
            <p:nvPr/>
          </p:nvSpPr>
          <p:spPr>
            <a:xfrm>
              <a:off x="7457316" y="4415046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089B9AEB-8E31-22B3-F8B2-A16AC301B9EE}"/>
                </a:ext>
              </a:extLst>
            </p:cNvPr>
            <p:cNvSpPr/>
            <p:nvPr/>
          </p:nvSpPr>
          <p:spPr>
            <a:xfrm>
              <a:off x="689642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AC1A8AE2-3764-BCF9-C86A-D4B573462238}"/>
                </a:ext>
              </a:extLst>
            </p:cNvPr>
            <p:cNvSpPr/>
            <p:nvPr/>
          </p:nvSpPr>
          <p:spPr>
            <a:xfrm>
              <a:off x="8018211" y="4732613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DE372F0C-BBFE-AB3A-8CD6-3B688857D760}"/>
                </a:ext>
              </a:extLst>
            </p:cNvPr>
            <p:cNvSpPr/>
            <p:nvPr/>
          </p:nvSpPr>
          <p:spPr>
            <a:xfrm>
              <a:off x="7457316" y="5050180"/>
              <a:ext cx="748109" cy="635134"/>
            </a:xfrm>
            <a:prstGeom prst="hexagon">
              <a:avLst>
                <a:gd name="adj" fmla="val 29693"/>
                <a:gd name="v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9" name="Arrow: Right 218">
            <a:extLst>
              <a:ext uri="{FF2B5EF4-FFF2-40B4-BE49-F238E27FC236}">
                <a16:creationId xmlns:a16="http://schemas.microsoft.com/office/drawing/2014/main" id="{D4AFA073-2464-CA75-FF90-A50FC22CFCC6}"/>
              </a:ext>
            </a:extLst>
          </p:cNvPr>
          <p:cNvSpPr/>
          <p:nvPr/>
        </p:nvSpPr>
        <p:spPr>
          <a:xfrm rot="18089534">
            <a:off x="7836261" y="3567860"/>
            <a:ext cx="652082" cy="557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B5FF5B1-4442-62FF-4AE7-AB30958AC9AE}"/>
              </a:ext>
            </a:extLst>
          </p:cNvPr>
          <p:cNvSpPr txBox="1"/>
          <p:nvPr/>
        </p:nvSpPr>
        <p:spPr>
          <a:xfrm>
            <a:off x="7977530" y="36865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8CA8E9CB-AD94-B21F-83AE-668E14951435}"/>
              </a:ext>
            </a:extLst>
          </p:cNvPr>
          <p:cNvSpPr/>
          <p:nvPr/>
        </p:nvSpPr>
        <p:spPr>
          <a:xfrm rot="3616328">
            <a:off x="9126140" y="2482695"/>
            <a:ext cx="652082" cy="5573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47C05A9-03DA-4288-7618-8762621635EF}"/>
              </a:ext>
            </a:extLst>
          </p:cNvPr>
          <p:cNvSpPr txBox="1"/>
          <p:nvPr/>
        </p:nvSpPr>
        <p:spPr>
          <a:xfrm>
            <a:off x="9226632" y="24886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C562B08-1A08-3024-415C-4B86FCDED1B8}"/>
              </a:ext>
            </a:extLst>
          </p:cNvPr>
          <p:cNvSpPr/>
          <p:nvPr/>
        </p:nvSpPr>
        <p:spPr>
          <a:xfrm>
            <a:off x="7195234" y="5479834"/>
            <a:ext cx="936345" cy="1278990"/>
          </a:xfrm>
          <a:prstGeom prst="rect">
            <a:avLst/>
          </a:prstGeom>
          <a:solidFill>
            <a:srgbClr val="FF8F8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5 damage to the nearest tile in the forward direction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57EBA83-F493-C568-D737-E0360F4F77A8}"/>
              </a:ext>
            </a:extLst>
          </p:cNvPr>
          <p:cNvSpPr txBox="1"/>
          <p:nvPr/>
        </p:nvSpPr>
        <p:spPr>
          <a:xfrm>
            <a:off x="8955109" y="20050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9310D15-9B7C-BD0D-910A-7412A5743070}"/>
              </a:ext>
            </a:extLst>
          </p:cNvPr>
          <p:cNvSpPr txBox="1"/>
          <p:nvPr/>
        </p:nvSpPr>
        <p:spPr>
          <a:xfrm>
            <a:off x="9275230" y="47074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3977345F-098F-F1F7-311A-07CF6723F54B}"/>
              </a:ext>
            </a:extLst>
          </p:cNvPr>
          <p:cNvSpPr/>
          <p:nvPr/>
        </p:nvSpPr>
        <p:spPr>
          <a:xfrm>
            <a:off x="8341623" y="5479834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a 1-strength unit to a spawning tile facing any direction</a:t>
            </a:r>
          </a:p>
        </p:txBody>
      </p:sp>
      <p:sp>
        <p:nvSpPr>
          <p:cNvPr id="232" name="Arrow: Right 231">
            <a:extLst>
              <a:ext uri="{FF2B5EF4-FFF2-40B4-BE49-F238E27FC236}">
                <a16:creationId xmlns:a16="http://schemas.microsoft.com/office/drawing/2014/main" id="{39F71AB0-FC3B-BFE2-90B6-D12E36A80644}"/>
              </a:ext>
            </a:extLst>
          </p:cNvPr>
          <p:cNvSpPr/>
          <p:nvPr/>
        </p:nvSpPr>
        <p:spPr>
          <a:xfrm rot="18202139">
            <a:off x="9445290" y="4104747"/>
            <a:ext cx="652082" cy="557390"/>
          </a:xfrm>
          <a:prstGeom prst="right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7C443D6-4EC6-70ED-0483-CBB593AB818D}"/>
              </a:ext>
            </a:extLst>
          </p:cNvPr>
          <p:cNvSpPr txBox="1"/>
          <p:nvPr/>
        </p:nvSpPr>
        <p:spPr>
          <a:xfrm>
            <a:off x="9648649" y="41676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D0B2638B-D37A-28B0-F159-71AF3E87112E}"/>
              </a:ext>
            </a:extLst>
          </p:cNvPr>
          <p:cNvSpPr/>
          <p:nvPr/>
        </p:nvSpPr>
        <p:spPr>
          <a:xfrm>
            <a:off x="9506882" y="5479834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Move</a:t>
            </a:r>
            <a:r>
              <a:rPr lang="en-GB" sz="1000" dirty="0">
                <a:solidFill>
                  <a:sysClr val="windowText" lastClr="000000"/>
                </a:solidFill>
              </a:rPr>
              <a:t> 1 step forward, then face any direction </a:t>
            </a:r>
          </a:p>
        </p:txBody>
      </p:sp>
      <p:sp>
        <p:nvSpPr>
          <p:cNvPr id="237" name="Arrow: Right 236">
            <a:extLst>
              <a:ext uri="{FF2B5EF4-FFF2-40B4-BE49-F238E27FC236}">
                <a16:creationId xmlns:a16="http://schemas.microsoft.com/office/drawing/2014/main" id="{5D0EC7EA-9384-99AB-E62A-8555A2490558}"/>
              </a:ext>
            </a:extLst>
          </p:cNvPr>
          <p:cNvSpPr/>
          <p:nvPr/>
        </p:nvSpPr>
        <p:spPr>
          <a:xfrm rot="18202139">
            <a:off x="8801703" y="2992251"/>
            <a:ext cx="652082" cy="557390"/>
          </a:xfrm>
          <a:prstGeom prst="right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B6AECD2-9E31-3168-F520-34BB45D94DA2}"/>
              </a:ext>
            </a:extLst>
          </p:cNvPr>
          <p:cNvSpPr txBox="1"/>
          <p:nvPr/>
        </p:nvSpPr>
        <p:spPr>
          <a:xfrm>
            <a:off x="9005062" y="30551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16742DB-A577-78DD-1E4F-4E387BBDA41E}"/>
              </a:ext>
            </a:extLst>
          </p:cNvPr>
          <p:cNvSpPr/>
          <p:nvPr/>
        </p:nvSpPr>
        <p:spPr>
          <a:xfrm>
            <a:off x="9488574" y="212813"/>
            <a:ext cx="936345" cy="1278990"/>
          </a:xfrm>
          <a:prstGeom prst="rect">
            <a:avLst/>
          </a:prstGeom>
          <a:solidFill>
            <a:srgbClr val="FF8F8F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Attack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Deal 2 damage to the nearest tile in the forward, left and right directions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EB66704-DA85-C336-64DC-D75DEC4DAEC6}"/>
              </a:ext>
            </a:extLst>
          </p:cNvPr>
          <p:cNvSpPr/>
          <p:nvPr/>
        </p:nvSpPr>
        <p:spPr>
          <a:xfrm>
            <a:off x="8415710" y="212813"/>
            <a:ext cx="933608" cy="127899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1000" dirty="0">
                <a:solidFill>
                  <a:sysClr val="windowText" lastClr="000000"/>
                </a:solidFill>
              </a:rPr>
              <a:t>Movement</a:t>
            </a:r>
          </a:p>
          <a:p>
            <a:endParaRPr lang="en-GB" sz="1000" dirty="0">
              <a:solidFill>
                <a:sysClr val="windowText" lastClr="000000"/>
              </a:solidFill>
            </a:endParaRPr>
          </a:p>
          <a:p>
            <a:r>
              <a:rPr lang="en-GB" sz="1000" dirty="0">
                <a:solidFill>
                  <a:sysClr val="windowText" lastClr="000000"/>
                </a:solidFill>
              </a:rPr>
              <a:t>Move up to 5 steps forward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1E6E28A-E1B6-1743-605E-CA3211AADCED}"/>
              </a:ext>
            </a:extLst>
          </p:cNvPr>
          <p:cNvSpPr/>
          <p:nvPr/>
        </p:nvSpPr>
        <p:spPr>
          <a:xfrm>
            <a:off x="7197972" y="223135"/>
            <a:ext cx="933607" cy="1278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sz="900" dirty="0">
                <a:solidFill>
                  <a:sysClr val="windowText" lastClr="000000"/>
                </a:solidFill>
              </a:rPr>
              <a:t>Reinforcement</a:t>
            </a:r>
          </a:p>
          <a:p>
            <a:endParaRPr lang="en-GB" sz="900" dirty="0">
              <a:solidFill>
                <a:sysClr val="windowText" lastClr="000000"/>
              </a:solidFill>
            </a:endParaRPr>
          </a:p>
          <a:p>
            <a:r>
              <a:rPr lang="en-GB" sz="900" dirty="0">
                <a:solidFill>
                  <a:sysClr val="windowText" lastClr="000000"/>
                </a:solidFill>
              </a:rPr>
              <a:t>Add 3 strength to an existing unit on a spawning tile</a:t>
            </a:r>
          </a:p>
        </p:txBody>
      </p:sp>
    </p:spTree>
    <p:extLst>
      <p:ext uri="{BB962C8B-B14F-4D97-AF65-F5344CB8AC3E}">
        <p14:creationId xmlns:p14="http://schemas.microsoft.com/office/powerpoint/2010/main" val="2627722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89A5-33A7-23EA-A072-2E9624E8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Stronghold/Game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D5272-5F57-F3AB-6F24-71196A592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Immovable unit with 5 starting strength</a:t>
            </a:r>
          </a:p>
          <a:p>
            <a:r>
              <a:rPr lang="en-GB" dirty="0"/>
              <a:t>Player wins when opposing stronghold is defeated</a:t>
            </a:r>
          </a:p>
        </p:txBody>
      </p:sp>
    </p:spTree>
    <p:extLst>
      <p:ext uri="{BB962C8B-B14F-4D97-AF65-F5344CB8AC3E}">
        <p14:creationId xmlns:p14="http://schemas.microsoft.com/office/powerpoint/2010/main" val="388858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3">
              <a:lumMod val="60000"/>
              <a:lumOff val="40000"/>
            </a:schemeClr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991</Words>
  <Application>Microsoft Office PowerPoint</Application>
  <PresentationFormat>Widescreen</PresentationFormat>
  <Paragraphs>278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Untitled board game</vt:lpstr>
      <vt:lpstr>Setting</vt:lpstr>
      <vt:lpstr>Board:</vt:lpstr>
      <vt:lpstr>Units:</vt:lpstr>
      <vt:lpstr>Deck:</vt:lpstr>
      <vt:lpstr>Turn</vt:lpstr>
      <vt:lpstr>Example turn:</vt:lpstr>
      <vt:lpstr>Example:</vt:lpstr>
      <vt:lpstr>Example:</vt:lpstr>
      <vt:lpstr>Example:</vt:lpstr>
      <vt:lpstr>Stronghold/Game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Josef Hansson</dc:creator>
  <cp:lastModifiedBy>Josef Hansson</cp:lastModifiedBy>
  <cp:revision>1</cp:revision>
  <dcterms:created xsi:type="dcterms:W3CDTF">2026-01-28T19:29:41Z</dcterms:created>
  <dcterms:modified xsi:type="dcterms:W3CDTF">2026-01-28T21:01:07Z</dcterms:modified>
</cp:coreProperties>
</file>